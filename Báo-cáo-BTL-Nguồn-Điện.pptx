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301" r:id="rId6"/>
    <p:sldId id="300" r:id="rId7"/>
    <p:sldId id="294" r:id="rId8"/>
    <p:sldId id="295" r:id="rId9"/>
    <p:sldId id="260" r:id="rId10"/>
    <p:sldId id="302" r:id="rId11"/>
    <p:sldId id="305" r:id="rId12"/>
    <p:sldId id="310" r:id="rId13"/>
    <p:sldId id="306" r:id="rId14"/>
    <p:sldId id="311" r:id="rId15"/>
    <p:sldId id="297" r:id="rId16"/>
    <p:sldId id="298" r:id="rId17"/>
    <p:sldId id="299" r:id="rId18"/>
    <p:sldId id="293" r:id="rId19"/>
  </p:sldIdLst>
  <p:sldSz cx="9144000" cy="6858000" type="screen4x3"/>
  <p:notesSz cx="6735763" cy="98663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h/PCBeWgFV+B3nVl6ERn31B2F7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16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046198-DDF7-46A3-A41E-396AF3B26524}">
  <a:tblStyle styleId="{7E046198-DDF7-46A3-A41E-396AF3B2652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27" autoAdjust="0"/>
    <p:restoredTop sz="79900" autoAdjust="0"/>
  </p:normalViewPr>
  <p:slideViewPr>
    <p:cSldViewPr snapToGrid="0">
      <p:cViewPr varScale="1">
        <p:scale>
          <a:sx n="65" d="100"/>
          <a:sy n="65" d="100"/>
        </p:scale>
        <p:origin x="2218"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19413" cy="493713"/>
          </a:xfrm>
          <a:prstGeom prst="rect">
            <a:avLst/>
          </a:prstGeom>
          <a:noFill/>
          <a:ln>
            <a:noFill/>
          </a:ln>
        </p:spPr>
        <p:txBody>
          <a:bodyPr spcFirstLastPara="1" wrap="square" lIns="90750" tIns="45375" rIns="90750" bIns="453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14763" y="0"/>
            <a:ext cx="2919412" cy="493713"/>
          </a:xfrm>
          <a:prstGeom prst="rect">
            <a:avLst/>
          </a:prstGeom>
          <a:noFill/>
          <a:ln>
            <a:noFill/>
          </a:ln>
        </p:spPr>
        <p:txBody>
          <a:bodyPr spcFirstLastPara="1" wrap="square" lIns="90750" tIns="45375" rIns="90750" bIns="453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3100" y="4686300"/>
            <a:ext cx="5389563" cy="4440238"/>
          </a:xfrm>
          <a:prstGeom prst="rect">
            <a:avLst/>
          </a:prstGeom>
          <a:noFill/>
          <a:ln>
            <a:noFill/>
          </a:ln>
        </p:spPr>
        <p:txBody>
          <a:bodyPr spcFirstLastPara="1" wrap="square" lIns="90750" tIns="45375" rIns="90750" bIns="453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371013"/>
            <a:ext cx="2919413" cy="493712"/>
          </a:xfrm>
          <a:prstGeom prst="rect">
            <a:avLst/>
          </a:prstGeom>
          <a:noFill/>
          <a:ln>
            <a:noFill/>
          </a:ln>
        </p:spPr>
        <p:txBody>
          <a:bodyPr spcFirstLastPara="1" wrap="square" lIns="90750" tIns="45375" rIns="90750" bIns="453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14763" y="9371013"/>
            <a:ext cx="2919412" cy="493712"/>
          </a:xfrm>
          <a:prstGeom prst="rect">
            <a:avLst/>
          </a:prstGeom>
          <a:noFill/>
          <a:ln>
            <a:noFill/>
          </a:ln>
        </p:spPr>
        <p:txBody>
          <a:bodyPr spcFirstLastPara="1" wrap="square" lIns="90750" tIns="45375" rIns="90750" bIns="453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7" name="Google Shape;87;p1:notes"/>
          <p:cNvSpPr txBox="1">
            <a:spLocks noGrp="1"/>
          </p:cNvSpPr>
          <p:nvPr>
            <p:ph type="body" idx="1"/>
          </p:nvPr>
        </p:nvSpPr>
        <p:spPr>
          <a:xfrm>
            <a:off x="673100" y="4686300"/>
            <a:ext cx="5389563" cy="4440238"/>
          </a:xfrm>
          <a:prstGeom prst="rect">
            <a:avLst/>
          </a:prstGeom>
          <a:noFill/>
          <a:ln>
            <a:noFill/>
          </a:ln>
        </p:spPr>
        <p:txBody>
          <a:bodyPr spcFirstLastPara="1" wrap="square" lIns="90750" tIns="45375" rIns="90750" bIns="45375" anchor="t" anchorCtr="0">
            <a:noAutofit/>
          </a:bodyPr>
          <a:lstStyle/>
          <a:p>
            <a:pPr marL="0" lvl="0" indent="0" algn="l" rtl="0">
              <a:spcBef>
                <a:spcPts val="0"/>
              </a:spcBef>
              <a:spcAft>
                <a:spcPts val="0"/>
              </a:spcAft>
              <a:buNone/>
            </a:pPr>
            <a:r>
              <a:rPr lang="en-US" dirty="0"/>
              <a:t>Thanks for attention</a:t>
            </a:r>
            <a:endParaRPr dirty="0"/>
          </a:p>
        </p:txBody>
      </p:sp>
      <p:sp>
        <p:nvSpPr>
          <p:cNvPr id="88" name="Google Shape;88;p1:notes"/>
          <p:cNvSpPr txBox="1">
            <a:spLocks noGrp="1"/>
          </p:cNvSpPr>
          <p:nvPr>
            <p:ph type="sldNum" idx="12"/>
          </p:nvPr>
        </p:nvSpPr>
        <p:spPr>
          <a:xfrm>
            <a:off x="3814763" y="9371013"/>
            <a:ext cx="2919412" cy="493712"/>
          </a:xfrm>
          <a:prstGeom prst="rect">
            <a:avLst/>
          </a:prstGeom>
          <a:noFill/>
          <a:ln>
            <a:noFill/>
          </a:ln>
        </p:spPr>
        <p:txBody>
          <a:bodyPr spcFirstLastPara="1" wrap="square" lIns="90750" tIns="45375" rIns="90750" bIns="4537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5" name="Google Shape;95;p2:notes"/>
          <p:cNvSpPr txBox="1">
            <a:spLocks noGrp="1"/>
          </p:cNvSpPr>
          <p:nvPr>
            <p:ph type="body" idx="1"/>
          </p:nvPr>
        </p:nvSpPr>
        <p:spPr>
          <a:xfrm>
            <a:off x="673100" y="4686300"/>
            <a:ext cx="5389563" cy="4440238"/>
          </a:xfrm>
          <a:prstGeom prst="rect">
            <a:avLst/>
          </a:prstGeom>
          <a:noFill/>
          <a:ln>
            <a:noFill/>
          </a:ln>
        </p:spPr>
        <p:txBody>
          <a:bodyPr spcFirstLastPara="1" wrap="square" lIns="90750" tIns="45375" rIns="90750" bIns="45375" anchor="t" anchorCtr="0">
            <a:noAutofit/>
          </a:bodyPr>
          <a:lstStyle/>
          <a:p>
            <a:pPr marL="0" lvl="0" indent="0" algn="l" rtl="0">
              <a:spcBef>
                <a:spcPts val="0"/>
              </a:spcBef>
              <a:spcAft>
                <a:spcPts val="0"/>
              </a:spcAft>
              <a:buNone/>
            </a:pPr>
            <a:r>
              <a:rPr lang="en-US"/>
              <a:t>Thanks for attention</a:t>
            </a:r>
            <a:endParaRPr/>
          </a:p>
        </p:txBody>
      </p:sp>
      <p:sp>
        <p:nvSpPr>
          <p:cNvPr id="96" name="Google Shape;96;p2:notes"/>
          <p:cNvSpPr txBox="1">
            <a:spLocks noGrp="1"/>
          </p:cNvSpPr>
          <p:nvPr>
            <p:ph type="sldNum" idx="12"/>
          </p:nvPr>
        </p:nvSpPr>
        <p:spPr>
          <a:xfrm>
            <a:off x="3814763" y="9371013"/>
            <a:ext cx="2919412" cy="493712"/>
          </a:xfrm>
          <a:prstGeom prst="rect">
            <a:avLst/>
          </a:prstGeom>
          <a:noFill/>
          <a:ln>
            <a:noFill/>
          </a:ln>
        </p:spPr>
        <p:txBody>
          <a:bodyPr spcFirstLastPara="1" wrap="square" lIns="90750" tIns="45375" rIns="90750" bIns="4537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en-US" sz="1200" b="1" dirty="0">
                <a:latin typeface="Calibri" panose="020F0502020204030204" pitchFamily="34" charset="0"/>
                <a:cs typeface="Calibri" panose="020F0502020204030204" pitchFamily="34" charset="0"/>
              </a:rPr>
              <a:t>AP63300</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cùng</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với</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biến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thể</a:t>
            </a:r>
            <a:r>
              <a:rPr lang="en-US" sz="1200" dirty="0">
                <a:latin typeface="Calibri" panose="020F0502020204030204" pitchFamily="34" charset="0"/>
                <a:cs typeface="Calibri" panose="020F0502020204030204" pitchFamily="34" charset="0"/>
              </a:rPr>
              <a:t> AP63301) </a:t>
            </a:r>
            <a:r>
              <a:rPr lang="en-US" sz="1200" dirty="0" err="1">
                <a:latin typeface="Calibri" panose="020F0502020204030204" pitchFamily="34" charset="0"/>
                <a:cs typeface="Calibri" panose="020F0502020204030204" pitchFamily="34" charset="0"/>
              </a:rPr>
              <a:t>là</a:t>
            </a:r>
            <a:r>
              <a:rPr lang="en-US" sz="1200" dirty="0">
                <a:latin typeface="Calibri" panose="020F0502020204030204" pitchFamily="34" charset="0"/>
                <a:cs typeface="Calibri" panose="020F0502020204030204" pitchFamily="34" charset="0"/>
              </a:rPr>
              <a:t> IC </a:t>
            </a:r>
            <a:r>
              <a:rPr lang="en-US" sz="1200" dirty="0" err="1">
                <a:latin typeface="Calibri" panose="020F0502020204030204" pitchFamily="34" charset="0"/>
                <a:cs typeface="Calibri" panose="020F0502020204030204" pitchFamily="34" charset="0"/>
              </a:rPr>
              <a:t>nguồn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dạng</a:t>
            </a:r>
            <a:r>
              <a:rPr lang="en-US" sz="1200" dirty="0">
                <a:latin typeface="Calibri" panose="020F0502020204030204" pitchFamily="34" charset="0"/>
                <a:cs typeface="Calibri" panose="020F0502020204030204" pitchFamily="34" charset="0"/>
              </a:rPr>
              <a:t> buck </a:t>
            </a:r>
            <a:r>
              <a:rPr lang="en-US" sz="1200" dirty="0" err="1">
                <a:latin typeface="Calibri" panose="020F0502020204030204" pitchFamily="34" charset="0"/>
                <a:cs typeface="Calibri" panose="020F0502020204030204" pitchFamily="34" charset="0"/>
              </a:rPr>
              <a:t>chuyển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mạch</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đồng</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bộ</a:t>
            </a:r>
            <a:r>
              <a:rPr lang="en-US" sz="1200" dirty="0">
                <a:latin typeface="Calibri" panose="020F0502020204030204" pitchFamily="34" charset="0"/>
                <a:cs typeface="Calibri" panose="020F0502020204030204" pitchFamily="34" charset="0"/>
              </a:rPr>
              <a:t> 3A, </a:t>
            </a:r>
            <a:r>
              <a:rPr lang="en-US" sz="1200" dirty="0" err="1">
                <a:latin typeface="Calibri" panose="020F0502020204030204" pitchFamily="34" charset="0"/>
                <a:cs typeface="Calibri" panose="020F0502020204030204" pitchFamily="34" charset="0"/>
              </a:rPr>
              <a:t>dải</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điện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áp</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đầu</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vào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rộng</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từ</a:t>
            </a:r>
            <a:r>
              <a:rPr lang="en-US" sz="1200" dirty="0">
                <a:latin typeface="Calibri" panose="020F0502020204030204" pitchFamily="34" charset="0"/>
                <a:cs typeface="Calibri" panose="020F0502020204030204" pitchFamily="34" charset="0"/>
              </a:rPr>
              <a:t> 3,8V </a:t>
            </a:r>
            <a:r>
              <a:rPr lang="en-US" sz="1200" dirty="0" err="1">
                <a:latin typeface="Calibri" panose="020F0502020204030204" pitchFamily="34" charset="0"/>
                <a:cs typeface="Calibri" panose="020F0502020204030204" pitchFamily="34" charset="0"/>
              </a:rPr>
              <a:t>đến</a:t>
            </a:r>
            <a:r>
              <a:rPr lang="en-US" sz="1200" dirty="0">
                <a:latin typeface="Calibri" panose="020F0502020204030204" pitchFamily="34" charset="0"/>
                <a:cs typeface="Calibri" panose="020F0502020204030204" pitchFamily="34" charset="0"/>
              </a:rPr>
              <a:t> 32V. IC </a:t>
            </a:r>
            <a:r>
              <a:rPr lang="en-US" sz="1200" dirty="0" err="1">
                <a:latin typeface="Calibri" panose="020F0502020204030204" pitchFamily="34" charset="0"/>
                <a:cs typeface="Calibri" panose="020F0502020204030204" pitchFamily="34" charset="0"/>
              </a:rPr>
              <a:t>tích</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hợp</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sẵn</a:t>
            </a:r>
            <a:r>
              <a:rPr lang="en-US" sz="1200" dirty="0">
                <a:latin typeface="Calibri" panose="020F0502020204030204" pitchFamily="34" charset="0"/>
                <a:cs typeface="Calibri" panose="020F0502020204030204" pitchFamily="34" charset="0"/>
              </a:rPr>
              <a:t> MOSFET </a:t>
            </a:r>
            <a:r>
              <a:rPr lang="en-US" sz="1200" dirty="0" err="1">
                <a:latin typeface="Calibri" panose="020F0502020204030204" pitchFamily="34" charset="0"/>
                <a:cs typeface="Calibri" panose="020F0502020204030204" pitchFamily="34" charset="0"/>
              </a:rPr>
              <a:t>công</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suất</a:t>
            </a:r>
            <a:r>
              <a:rPr lang="en-US" sz="1200" dirty="0">
                <a:latin typeface="Calibri" panose="020F0502020204030204" pitchFamily="34" charset="0"/>
                <a:cs typeface="Calibri" panose="020F0502020204030204" pitchFamily="34" charset="0"/>
              </a:rPr>
              <a:t> (75 m</a:t>
            </a:r>
            <a:r>
              <a:rPr lang="el-GR" sz="1200" dirty="0">
                <a:latin typeface="Calibri" panose="020F0502020204030204" pitchFamily="34" charset="0"/>
                <a:cs typeface="Calibri" panose="020F0502020204030204" pitchFamily="34" charset="0"/>
              </a:rPr>
              <a:t>Ω </a:t>
            </a:r>
            <a:r>
              <a:rPr lang="en-US" sz="1200" dirty="0" err="1">
                <a:latin typeface="Calibri" panose="020F0502020204030204" pitchFamily="34" charset="0"/>
                <a:cs typeface="Calibri" panose="020F0502020204030204" pitchFamily="34" charset="0"/>
              </a:rPr>
              <a:t>phía</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cao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và</a:t>
            </a:r>
            <a:r>
              <a:rPr lang="en-US" sz="1200" dirty="0">
                <a:latin typeface="Calibri" panose="020F0502020204030204" pitchFamily="34" charset="0"/>
                <a:cs typeface="Calibri" panose="020F0502020204030204" pitchFamily="34" charset="0"/>
              </a:rPr>
              <a:t> 40 m</a:t>
            </a:r>
            <a:r>
              <a:rPr lang="el-GR" sz="1200" dirty="0">
                <a:latin typeface="Calibri" panose="020F0502020204030204" pitchFamily="34" charset="0"/>
                <a:cs typeface="Calibri" panose="020F0502020204030204" pitchFamily="34" charset="0"/>
              </a:rPr>
              <a:t>Ω </a:t>
            </a:r>
            <a:r>
              <a:rPr lang="en-US" sz="1200" dirty="0" err="1">
                <a:latin typeface="Calibri" panose="020F0502020204030204" pitchFamily="34" charset="0"/>
                <a:cs typeface="Calibri" panose="020F0502020204030204" pitchFamily="34" charset="0"/>
              </a:rPr>
              <a:t>phía</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thấp</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cho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phép</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chuyển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đổi</a:t>
            </a:r>
            <a:r>
              <a:rPr lang="en-US" sz="1200" dirty="0">
                <a:latin typeface="Calibri" panose="020F0502020204030204" pitchFamily="34" charset="0"/>
                <a:cs typeface="Calibri" panose="020F0502020204030204" pitchFamily="34" charset="0"/>
              </a:rPr>
              <a:t> DC-DC </a:t>
            </a:r>
            <a:r>
              <a:rPr lang="en-US" sz="1200" dirty="0" err="1">
                <a:latin typeface="Calibri" panose="020F0502020204030204" pitchFamily="34" charset="0"/>
                <a:cs typeface="Calibri" panose="020F0502020204030204" pitchFamily="34" charset="0"/>
              </a:rPr>
              <a:t>hiệu</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suất</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cao</a:t>
            </a:r>
            <a:endParaRPr lang="en-US" sz="1200" dirty="0">
              <a:latin typeface="Calibri" panose="020F0502020204030204" pitchFamily="34" charset="0"/>
              <a:cs typeface="Calibri" panose="020F0502020204030204" pitchFamily="34" charset="0"/>
            </a:endParaRPr>
          </a:p>
          <a:p>
            <a:pPr marL="0" lvl="0" indent="0" algn="l" rtl="0">
              <a:spcBef>
                <a:spcPts val="360"/>
              </a:spcBef>
              <a:spcAft>
                <a:spcPts val="0"/>
              </a:spcAft>
              <a:buNone/>
            </a:pPr>
            <a:endParaRPr dirty="0"/>
          </a:p>
        </p:txBody>
      </p:sp>
      <p:sp>
        <p:nvSpPr>
          <p:cNvPr id="102" name="Google Shape;102;p3: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dirty="0"/>
          </a:p>
        </p:txBody>
      </p:sp>
      <p:sp>
        <p:nvSpPr>
          <p:cNvPr id="109" name="Google Shape;109;p4: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20DA8833-FAFB-1AE9-1B7A-CDDADB49580B}"/>
            </a:ext>
          </a:extLst>
        </p:cNvPr>
        <p:cNvGrpSpPr/>
        <p:nvPr/>
      </p:nvGrpSpPr>
      <p:grpSpPr>
        <a:xfrm>
          <a:off x="0" y="0"/>
          <a:ext cx="0" cy="0"/>
          <a:chOff x="0" y="0"/>
          <a:chExt cx="0" cy="0"/>
        </a:xfrm>
      </p:grpSpPr>
      <p:sp>
        <p:nvSpPr>
          <p:cNvPr id="108" name="Google Shape;108;p4:notes">
            <a:extLst>
              <a:ext uri="{FF2B5EF4-FFF2-40B4-BE49-F238E27FC236}">
                <a16:creationId xmlns:a16="http://schemas.microsoft.com/office/drawing/2014/main" id="{E62982E9-C28E-D4B7-B452-F83791D7F3B9}"/>
              </a:ext>
            </a:extLst>
          </p:cNvPr>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09" name="Google Shape;109;p4:notes">
            <a:extLst>
              <a:ext uri="{FF2B5EF4-FFF2-40B4-BE49-F238E27FC236}">
                <a16:creationId xmlns:a16="http://schemas.microsoft.com/office/drawing/2014/main" id="{48AD1600-28C6-E033-6ADF-83960FB0558E}"/>
              </a:ext>
            </a:extLst>
          </p:cNvPr>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7693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87B04BD9-1C26-E083-EB12-CAEFB3B6C3D1}"/>
            </a:ext>
          </a:extLst>
        </p:cNvPr>
        <p:cNvGrpSpPr/>
        <p:nvPr/>
      </p:nvGrpSpPr>
      <p:grpSpPr>
        <a:xfrm>
          <a:off x="0" y="0"/>
          <a:ext cx="0" cy="0"/>
          <a:chOff x="0" y="0"/>
          <a:chExt cx="0" cy="0"/>
        </a:xfrm>
      </p:grpSpPr>
      <p:sp>
        <p:nvSpPr>
          <p:cNvPr id="108" name="Google Shape;108;p4:notes">
            <a:extLst>
              <a:ext uri="{FF2B5EF4-FFF2-40B4-BE49-F238E27FC236}">
                <a16:creationId xmlns:a16="http://schemas.microsoft.com/office/drawing/2014/main" id="{FEC2DA98-03A9-B4A2-97F6-B9E2612E9C3D}"/>
              </a:ext>
            </a:extLst>
          </p:cNvPr>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09" name="Google Shape;109;p4:notes">
            <a:extLst>
              <a:ext uri="{FF2B5EF4-FFF2-40B4-BE49-F238E27FC236}">
                <a16:creationId xmlns:a16="http://schemas.microsoft.com/office/drawing/2014/main" id="{DEB1CFB4-594D-2AB8-1885-B46BF0C10630}"/>
              </a:ext>
            </a:extLst>
          </p:cNvPr>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3188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56147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D6439C22-5D1E-ED48-FA8E-A2FDB658FA73}"/>
            </a:ext>
          </a:extLst>
        </p:cNvPr>
        <p:cNvGrpSpPr/>
        <p:nvPr/>
      </p:nvGrpSpPr>
      <p:grpSpPr>
        <a:xfrm>
          <a:off x="0" y="0"/>
          <a:ext cx="0" cy="0"/>
          <a:chOff x="0" y="0"/>
          <a:chExt cx="0" cy="0"/>
        </a:xfrm>
      </p:grpSpPr>
      <p:sp>
        <p:nvSpPr>
          <p:cNvPr id="116" name="Google Shape;116;p5:notes">
            <a:extLst>
              <a:ext uri="{FF2B5EF4-FFF2-40B4-BE49-F238E27FC236}">
                <a16:creationId xmlns:a16="http://schemas.microsoft.com/office/drawing/2014/main" id="{BD8E4323-E5E3-DDF1-59C1-027051B44540}"/>
              </a:ext>
            </a:extLst>
          </p:cNvPr>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vi-VN" b="1" dirty="0"/>
              <a:t>VCC Regulator (Bộ ổn áp VCC):</a:t>
            </a:r>
            <a:r>
              <a:rPr lang="vi-VN" dirty="0"/>
              <a:t> Lấy điện áp VIN (có thể lên tới 32V) và tạo ra một điện áp VCC nội bộ thấp hơn </a:t>
            </a:r>
            <a:r>
              <a:rPr lang="en-US" dirty="0" err="1"/>
              <a:t>để</a:t>
            </a:r>
            <a:r>
              <a:rPr lang="en-US" dirty="0"/>
              <a:t> </a:t>
            </a:r>
            <a:r>
              <a:rPr lang="en-US" dirty="0" err="1"/>
              <a:t>cấp</a:t>
            </a:r>
            <a:r>
              <a:rPr lang="en-US" dirty="0"/>
              <a:t> </a:t>
            </a:r>
            <a:r>
              <a:rPr lang="en-US" dirty="0" err="1"/>
              <a:t>nguồn</a:t>
            </a:r>
            <a:r>
              <a:rPr lang="en-US" dirty="0"/>
              <a:t> </a:t>
            </a:r>
            <a:r>
              <a:rPr lang="en-US" dirty="0" err="1"/>
              <a:t>cho</a:t>
            </a:r>
            <a:r>
              <a:rPr lang="en-US" dirty="0"/>
              <a:t> </a:t>
            </a:r>
            <a:r>
              <a:rPr lang="en-US" dirty="0" err="1"/>
              <a:t>các</a:t>
            </a:r>
            <a:r>
              <a:rPr lang="en-US" dirty="0"/>
              <a:t> </a:t>
            </a:r>
            <a:r>
              <a:rPr lang="en-US" dirty="0" err="1"/>
              <a:t>mạch</a:t>
            </a:r>
            <a:r>
              <a:rPr lang="en-US" dirty="0"/>
              <a:t> logic, </a:t>
            </a:r>
            <a:r>
              <a:rPr lang="en-US" dirty="0" err="1"/>
              <a:t>bộ</a:t>
            </a:r>
            <a:r>
              <a:rPr lang="en-US" dirty="0"/>
              <a:t> so </a:t>
            </a:r>
            <a:r>
              <a:rPr lang="en-US" dirty="0" err="1"/>
              <a:t>sánh</a:t>
            </a:r>
            <a:r>
              <a:rPr lang="en-US" dirty="0"/>
              <a:t> </a:t>
            </a:r>
            <a:r>
              <a:rPr lang="en-US" dirty="0" err="1"/>
              <a:t>và</a:t>
            </a:r>
            <a:r>
              <a:rPr lang="en-US" dirty="0"/>
              <a:t> </a:t>
            </a:r>
            <a:r>
              <a:rPr lang="en-US" dirty="0" err="1"/>
              <a:t>bộ</a:t>
            </a:r>
            <a:r>
              <a:rPr lang="en-US" dirty="0"/>
              <a:t> </a:t>
            </a:r>
            <a:r>
              <a:rPr lang="en-US" dirty="0" err="1"/>
              <a:t>khuếch</a:t>
            </a:r>
            <a:r>
              <a:rPr lang="en-US" dirty="0"/>
              <a:t> </a:t>
            </a:r>
            <a:r>
              <a:rPr lang="en-US" dirty="0" err="1"/>
              <a:t>đại</a:t>
            </a:r>
            <a:r>
              <a:rPr lang="en-US" dirty="0"/>
              <a:t> </a:t>
            </a:r>
            <a:r>
              <a:rPr lang="en-US" dirty="0" err="1"/>
              <a:t>bên</a:t>
            </a:r>
            <a:r>
              <a:rPr lang="en-US" dirty="0"/>
              <a:t> </a:t>
            </a:r>
            <a:r>
              <a:rPr lang="en-US" dirty="0" err="1"/>
              <a:t>trong</a:t>
            </a:r>
            <a:r>
              <a:rPr lang="en-US" dirty="0"/>
              <a:t> IC.</a:t>
            </a:r>
            <a:br>
              <a:rPr lang="en-US" b="1" dirty="0"/>
            </a:br>
            <a:r>
              <a:rPr lang="en-US" b="1" dirty="0"/>
              <a:t>Internal Reference (Tham </a:t>
            </a:r>
            <a:r>
              <a:rPr lang="en-US" b="1" dirty="0" err="1"/>
              <a:t>chiếu</a:t>
            </a:r>
            <a:r>
              <a:rPr lang="en-US" b="1" dirty="0"/>
              <a:t> </a:t>
            </a:r>
            <a:r>
              <a:rPr lang="en-US" b="1" dirty="0" err="1"/>
              <a:t>nội</a:t>
            </a:r>
            <a:r>
              <a:rPr lang="en-US" b="1" dirty="0"/>
              <a:t>):</a:t>
            </a:r>
            <a:r>
              <a:rPr lang="en-US" dirty="0"/>
              <a:t> </a:t>
            </a:r>
            <a:r>
              <a:rPr lang="en-US" dirty="0" err="1"/>
              <a:t>Tạo</a:t>
            </a:r>
            <a:r>
              <a:rPr lang="en-US" dirty="0"/>
              <a:t> </a:t>
            </a:r>
            <a:r>
              <a:rPr lang="en-US" dirty="0" err="1"/>
              <a:t>ra</a:t>
            </a:r>
            <a:r>
              <a:rPr lang="en-US" dirty="0"/>
              <a:t> </a:t>
            </a:r>
            <a:r>
              <a:rPr lang="en-US" dirty="0" err="1"/>
              <a:t>một</a:t>
            </a:r>
            <a:r>
              <a:rPr lang="en-US" dirty="0"/>
              <a:t> </a:t>
            </a:r>
            <a:r>
              <a:rPr lang="en-US" dirty="0" err="1"/>
              <a:t>điện</a:t>
            </a:r>
            <a:r>
              <a:rPr lang="en-US" dirty="0"/>
              <a:t> </a:t>
            </a:r>
            <a:r>
              <a:rPr lang="en-US" dirty="0" err="1"/>
              <a:t>áp</a:t>
            </a:r>
            <a:r>
              <a:rPr lang="en-US" dirty="0"/>
              <a:t> </a:t>
            </a:r>
            <a:r>
              <a:rPr lang="en-US" dirty="0" err="1"/>
              <a:t>tham</a:t>
            </a:r>
            <a:r>
              <a:rPr lang="en-US" dirty="0"/>
              <a:t> </a:t>
            </a:r>
            <a:r>
              <a:rPr lang="en-US" dirty="0" err="1"/>
              <a:t>chiếu</a:t>
            </a:r>
            <a:r>
              <a:rPr lang="en-US" dirty="0"/>
              <a:t> </a:t>
            </a:r>
            <a:r>
              <a:rPr lang="en-US" b="1" dirty="0"/>
              <a:t>0.8V</a:t>
            </a:r>
          </a:p>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vi-VN" b="1" dirty="0"/>
              <a:t>OVP (Over Voltage Protection - Bảo vệ quá áp):</a:t>
            </a:r>
            <a:r>
              <a:rPr lang="vi-VN" dirty="0"/>
              <a:t> Một bộ so sánh khác theo dõi chân FB. Nếu V_FB vượt quá </a:t>
            </a:r>
            <a:r>
              <a:rPr lang="vi-VN" b="1" dirty="0"/>
              <a:t>0.88V</a:t>
            </a:r>
            <a:r>
              <a:rPr lang="vi-VN" dirty="0"/>
              <a:t> (cao hơn 10% so với 0.8V), nghĩa là VOUT đang quá cao (khoảng 5.5V). OVP sẽ được kích hoạt để ngắt IC.</a:t>
            </a:r>
            <a:endParaRPr lang="en-US" dirty="0"/>
          </a:p>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vi-VN" b="1" dirty="0"/>
              <a:t>Internal SS (Soft Start - Khởi động mềm):</a:t>
            </a:r>
            <a:r>
              <a:rPr lang="vi-VN" dirty="0"/>
              <a:t> Đảm bảo khi IC mới được bật, điện áp đầu ra tăng lên từ từ (thay vì tăng vọt lên ngay lập tức). Điều này ngăn chặn dòng khởi động (inrush current) quá lớn có thể làm sụt nguồn VIN hoặc hỏng các linh kiện khác.</a:t>
            </a:r>
            <a:endParaRPr lang="en-US" b="0" dirty="0"/>
          </a:p>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en-US" b="1" dirty="0"/>
              <a:t>Error Amplifier (</a:t>
            </a:r>
            <a:r>
              <a:rPr lang="en-US" b="1" dirty="0" err="1"/>
              <a:t>Bộ</a:t>
            </a:r>
            <a:r>
              <a:rPr lang="en-US" b="1" dirty="0"/>
              <a:t> </a:t>
            </a:r>
            <a:r>
              <a:rPr lang="en-US" b="1" dirty="0" err="1"/>
              <a:t>khuếch</a:t>
            </a:r>
            <a:r>
              <a:rPr lang="en-US" b="1" dirty="0"/>
              <a:t> </a:t>
            </a:r>
            <a:r>
              <a:rPr lang="en-US" b="1" dirty="0" err="1"/>
              <a:t>đại</a:t>
            </a:r>
            <a:r>
              <a:rPr lang="en-US" b="1" dirty="0"/>
              <a:t> </a:t>
            </a:r>
            <a:r>
              <a:rPr lang="en-US" b="1" dirty="0" err="1"/>
              <a:t>lỗi</a:t>
            </a:r>
            <a:r>
              <a:rPr lang="en-US" b="1" dirty="0"/>
              <a:t>):</a:t>
            </a:r>
            <a:r>
              <a:rPr lang="en-US" dirty="0"/>
              <a:t> </a:t>
            </a:r>
            <a:r>
              <a:rPr lang="en-US" dirty="0" err="1"/>
              <a:t>Đây</a:t>
            </a:r>
            <a:r>
              <a:rPr lang="en-US" dirty="0"/>
              <a:t> </a:t>
            </a:r>
            <a:r>
              <a:rPr lang="en-US" dirty="0" err="1"/>
              <a:t>là</a:t>
            </a:r>
            <a:r>
              <a:rPr lang="en-US" dirty="0"/>
              <a:t> </a:t>
            </a:r>
            <a:r>
              <a:rPr lang="en-US" dirty="0" err="1"/>
              <a:t>khối</a:t>
            </a:r>
            <a:r>
              <a:rPr lang="en-US" dirty="0"/>
              <a:t> </a:t>
            </a:r>
            <a:r>
              <a:rPr lang="en-US" dirty="0" err="1"/>
              <a:t>quan</a:t>
            </a:r>
            <a:r>
              <a:rPr lang="en-US" dirty="0"/>
              <a:t> </a:t>
            </a:r>
            <a:r>
              <a:rPr lang="en-US" dirty="0" err="1"/>
              <a:t>trọng</a:t>
            </a:r>
            <a:r>
              <a:rPr lang="en-US" dirty="0"/>
              <a:t> </a:t>
            </a:r>
            <a:r>
              <a:rPr lang="en-US" dirty="0" err="1"/>
              <a:t>nhất</a:t>
            </a:r>
            <a:r>
              <a:rPr lang="en-US" dirty="0"/>
              <a:t>. </a:t>
            </a:r>
            <a:r>
              <a:rPr lang="en-US" dirty="0" err="1"/>
              <a:t>Nó</a:t>
            </a:r>
            <a:r>
              <a:rPr lang="en-US" dirty="0"/>
              <a:t> so </a:t>
            </a:r>
            <a:r>
              <a:rPr lang="en-US" dirty="0" err="1"/>
              <a:t>sánh</a:t>
            </a:r>
            <a:r>
              <a:rPr lang="en-US" dirty="0"/>
              <a:t> </a:t>
            </a:r>
            <a:r>
              <a:rPr lang="en-US" dirty="0" err="1"/>
              <a:t>điện</a:t>
            </a:r>
            <a:r>
              <a:rPr lang="en-US" dirty="0"/>
              <a:t> </a:t>
            </a:r>
            <a:r>
              <a:rPr lang="en-US" dirty="0" err="1"/>
              <a:t>áp</a:t>
            </a:r>
            <a:r>
              <a:rPr lang="en-US" dirty="0"/>
              <a:t> </a:t>
            </a:r>
            <a:r>
              <a:rPr lang="en-US" dirty="0" err="1"/>
              <a:t>từ</a:t>
            </a:r>
            <a:r>
              <a:rPr lang="en-US" dirty="0"/>
              <a:t> </a:t>
            </a:r>
            <a:r>
              <a:rPr lang="en-US" dirty="0" err="1"/>
              <a:t>chân</a:t>
            </a:r>
            <a:r>
              <a:rPr lang="en-US" dirty="0"/>
              <a:t> FB (V_FB) </a:t>
            </a:r>
            <a:r>
              <a:rPr lang="en-US" dirty="0" err="1"/>
              <a:t>với</a:t>
            </a:r>
            <a:r>
              <a:rPr lang="en-US" dirty="0"/>
              <a:t> </a:t>
            </a:r>
            <a:r>
              <a:rPr lang="en-US" dirty="0" err="1"/>
              <a:t>điện</a:t>
            </a:r>
            <a:r>
              <a:rPr lang="en-US" dirty="0"/>
              <a:t> </a:t>
            </a:r>
            <a:r>
              <a:rPr lang="en-US" dirty="0" err="1"/>
              <a:t>áp</a:t>
            </a:r>
            <a:r>
              <a:rPr lang="en-US" dirty="0"/>
              <a:t> </a:t>
            </a:r>
            <a:r>
              <a:rPr lang="en-US" dirty="0" err="1"/>
              <a:t>tham</a:t>
            </a:r>
            <a:r>
              <a:rPr lang="en-US" dirty="0"/>
              <a:t> </a:t>
            </a:r>
            <a:r>
              <a:rPr lang="en-US" dirty="0" err="1"/>
              <a:t>chiếu</a:t>
            </a:r>
            <a:r>
              <a:rPr lang="en-US" dirty="0"/>
              <a:t> (V_REF = 0.8V).</a:t>
            </a:r>
          </a:p>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en-US" b="1" dirty="0" err="1"/>
              <a:t>Mục</a:t>
            </a:r>
            <a:r>
              <a:rPr lang="en-US" b="1" dirty="0"/>
              <a:t> </a:t>
            </a:r>
            <a:r>
              <a:rPr lang="en-US" b="1" dirty="0" err="1"/>
              <a:t>tiêu</a:t>
            </a:r>
            <a:r>
              <a:rPr lang="en-US" b="1" dirty="0"/>
              <a:t>:</a:t>
            </a:r>
            <a:r>
              <a:rPr lang="en-US" dirty="0"/>
              <a:t> </a:t>
            </a:r>
            <a:r>
              <a:rPr lang="en-US" dirty="0" err="1"/>
              <a:t>Bộ</a:t>
            </a:r>
            <a:r>
              <a:rPr lang="en-US" dirty="0"/>
              <a:t> </a:t>
            </a:r>
            <a:r>
              <a:rPr lang="en-US" dirty="0" err="1"/>
              <a:t>khuếch</a:t>
            </a:r>
            <a:r>
              <a:rPr lang="en-US" dirty="0"/>
              <a:t> </a:t>
            </a:r>
            <a:r>
              <a:rPr lang="en-US" dirty="0" err="1"/>
              <a:t>đại</a:t>
            </a:r>
            <a:r>
              <a:rPr lang="en-US" dirty="0"/>
              <a:t> </a:t>
            </a:r>
            <a:r>
              <a:rPr lang="en-US" dirty="0" err="1"/>
              <a:t>lỗi</a:t>
            </a:r>
            <a:r>
              <a:rPr lang="en-US" dirty="0"/>
              <a:t> </a:t>
            </a:r>
            <a:r>
              <a:rPr lang="en-US" dirty="0" err="1"/>
              <a:t>sẽ</a:t>
            </a:r>
            <a:r>
              <a:rPr lang="en-US" dirty="0"/>
              <a:t> </a:t>
            </a:r>
            <a:r>
              <a:rPr lang="en-US" dirty="0" err="1"/>
              <a:t>điều</a:t>
            </a:r>
            <a:r>
              <a:rPr lang="en-US" dirty="0"/>
              <a:t> </a:t>
            </a:r>
            <a:r>
              <a:rPr lang="en-US" dirty="0" err="1"/>
              <a:t>chỉnh</a:t>
            </a:r>
            <a:r>
              <a:rPr lang="en-US" dirty="0"/>
              <a:t> </a:t>
            </a:r>
            <a:r>
              <a:rPr lang="en-US" dirty="0" err="1"/>
              <a:t>đầu</a:t>
            </a:r>
            <a:r>
              <a:rPr lang="en-US" dirty="0"/>
              <a:t> </a:t>
            </a:r>
            <a:r>
              <a:rPr lang="en-US" dirty="0" err="1"/>
              <a:t>ra</a:t>
            </a:r>
            <a:r>
              <a:rPr lang="en-US" dirty="0"/>
              <a:t> </a:t>
            </a:r>
            <a:r>
              <a:rPr lang="en-US" dirty="0" err="1"/>
              <a:t>của</a:t>
            </a:r>
            <a:r>
              <a:rPr lang="en-US" dirty="0"/>
              <a:t> </a:t>
            </a:r>
            <a:r>
              <a:rPr lang="en-US" dirty="0" err="1"/>
              <a:t>nó</a:t>
            </a:r>
            <a:r>
              <a:rPr lang="en-US" dirty="0"/>
              <a:t> (</a:t>
            </a:r>
            <a:r>
              <a:rPr lang="en-US" dirty="0" err="1"/>
              <a:t>tín</a:t>
            </a:r>
            <a:r>
              <a:rPr lang="en-US" dirty="0"/>
              <a:t> </a:t>
            </a:r>
            <a:r>
              <a:rPr lang="en-US" dirty="0" err="1"/>
              <a:t>hiệu</a:t>
            </a:r>
            <a:r>
              <a:rPr lang="en-US" dirty="0"/>
              <a:t> COMP) </a:t>
            </a:r>
            <a:r>
              <a:rPr lang="en-US" dirty="0" err="1"/>
              <a:t>để</a:t>
            </a:r>
            <a:r>
              <a:rPr lang="en-US" dirty="0"/>
              <a:t> </a:t>
            </a:r>
            <a:r>
              <a:rPr lang="en-US" dirty="0" err="1"/>
              <a:t>buộc</a:t>
            </a:r>
            <a:r>
              <a:rPr lang="en-US" dirty="0"/>
              <a:t> V_FB = V_REF = 0.8V.</a:t>
            </a:r>
          </a:p>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en-US" i="1" dirty="0" err="1"/>
              <a:t>Kiểm</a:t>
            </a:r>
            <a:r>
              <a:rPr lang="en-US" i="1" dirty="0"/>
              <a:t> </a:t>
            </a:r>
            <a:r>
              <a:rPr lang="en-US" i="1" dirty="0" err="1"/>
              <a:t>tra</a:t>
            </a:r>
            <a:r>
              <a:rPr lang="en-US" i="1" dirty="0"/>
              <a:t>:</a:t>
            </a:r>
            <a:r>
              <a:rPr lang="en-US" dirty="0"/>
              <a:t> </a:t>
            </a:r>
            <a:r>
              <a:rPr lang="en-US" dirty="0" err="1"/>
              <a:t>Với</a:t>
            </a:r>
            <a:r>
              <a:rPr lang="en-US" dirty="0"/>
              <a:t> R1 = 158k, R2 = 30.1k, V_FB = VOUT * (R2 / (R1 + R2)) = 5V * (30.1k / (158k + 30.1k)) ≈ 5V * 0.159 = 0.795V. </a:t>
            </a:r>
            <a:r>
              <a:rPr lang="en-US" dirty="0" err="1"/>
              <a:t>Giá</a:t>
            </a:r>
            <a:r>
              <a:rPr lang="en-US" dirty="0"/>
              <a:t> </a:t>
            </a:r>
            <a:r>
              <a:rPr lang="en-US" dirty="0" err="1"/>
              <a:t>trị</a:t>
            </a:r>
            <a:r>
              <a:rPr lang="en-US" dirty="0"/>
              <a:t> </a:t>
            </a:r>
            <a:r>
              <a:rPr lang="en-US" dirty="0" err="1"/>
              <a:t>này</a:t>
            </a:r>
            <a:r>
              <a:rPr lang="en-US" dirty="0"/>
              <a:t> </a:t>
            </a:r>
            <a:r>
              <a:rPr lang="en-US" dirty="0" err="1"/>
              <a:t>rất</a:t>
            </a:r>
            <a:r>
              <a:rPr lang="en-US" dirty="0"/>
              <a:t> </a:t>
            </a:r>
            <a:r>
              <a:rPr lang="en-US" dirty="0" err="1"/>
              <a:t>gần</a:t>
            </a:r>
            <a:r>
              <a:rPr lang="en-US" dirty="0"/>
              <a:t> </a:t>
            </a:r>
            <a:r>
              <a:rPr lang="en-US" dirty="0" err="1"/>
              <a:t>với</a:t>
            </a:r>
            <a:r>
              <a:rPr lang="en-US" dirty="0"/>
              <a:t> 0.8V, </a:t>
            </a:r>
            <a:r>
              <a:rPr lang="en-US" dirty="0" err="1"/>
              <a:t>xác</a:t>
            </a:r>
            <a:r>
              <a:rPr lang="en-US" dirty="0"/>
              <a:t> </a:t>
            </a:r>
            <a:r>
              <a:rPr lang="en-US" dirty="0" err="1"/>
              <a:t>nhận</a:t>
            </a:r>
            <a:r>
              <a:rPr lang="en-US" dirty="0"/>
              <a:t> </a:t>
            </a:r>
            <a:r>
              <a:rPr lang="en-US" dirty="0" err="1"/>
              <a:t>rằng</a:t>
            </a:r>
            <a:r>
              <a:rPr lang="en-US" dirty="0"/>
              <a:t> 0.8V </a:t>
            </a:r>
            <a:r>
              <a:rPr lang="en-US" dirty="0" err="1"/>
              <a:t>là</a:t>
            </a:r>
            <a:r>
              <a:rPr lang="en-US" dirty="0"/>
              <a:t> </a:t>
            </a:r>
            <a:r>
              <a:rPr lang="en-US" dirty="0" err="1"/>
              <a:t>điện</a:t>
            </a:r>
            <a:r>
              <a:rPr lang="en-US" dirty="0"/>
              <a:t> </a:t>
            </a:r>
            <a:r>
              <a:rPr lang="en-US" dirty="0" err="1"/>
              <a:t>áp</a:t>
            </a:r>
            <a:r>
              <a:rPr lang="en-US" dirty="0"/>
              <a:t> </a:t>
            </a:r>
            <a:r>
              <a:rPr lang="en-US" dirty="0" err="1"/>
              <a:t>tham</a:t>
            </a:r>
            <a:r>
              <a:rPr lang="en-US" dirty="0"/>
              <a:t> </a:t>
            </a:r>
            <a:r>
              <a:rPr lang="en-US" dirty="0" err="1"/>
              <a:t>chiếu</a:t>
            </a:r>
            <a:r>
              <a:rPr lang="en-US" dirty="0"/>
              <a:t>.</a:t>
            </a:r>
          </a:p>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en-US" b="1" dirty="0" err="1"/>
              <a:t>Hoạt</a:t>
            </a:r>
            <a:r>
              <a:rPr lang="en-US" b="1" dirty="0"/>
              <a:t> </a:t>
            </a:r>
            <a:r>
              <a:rPr lang="en-US" b="1" dirty="0" err="1"/>
              <a:t>động</a:t>
            </a:r>
            <a:r>
              <a:rPr lang="en-US" b="1" dirty="0"/>
              <a:t>:</a:t>
            </a:r>
            <a:endParaRPr lang="en-US" dirty="0"/>
          </a:p>
          <a:p>
            <a:pPr lvl="1"/>
            <a:r>
              <a:rPr lang="en-US" dirty="0" err="1"/>
              <a:t>Nếu</a:t>
            </a:r>
            <a:r>
              <a:rPr lang="en-US" dirty="0"/>
              <a:t> VOUT </a:t>
            </a:r>
            <a:r>
              <a:rPr lang="en-US" b="1" dirty="0" err="1"/>
              <a:t>quá</a:t>
            </a:r>
            <a:r>
              <a:rPr lang="en-US" b="1" dirty="0"/>
              <a:t> </a:t>
            </a:r>
            <a:r>
              <a:rPr lang="en-US" b="1" dirty="0" err="1"/>
              <a:t>thấp</a:t>
            </a:r>
            <a:r>
              <a:rPr lang="en-US" dirty="0"/>
              <a:t> (&lt; 5V) -&gt; V_FB &lt; 0.8V. </a:t>
            </a:r>
            <a:r>
              <a:rPr lang="en-US" dirty="0" err="1"/>
              <a:t>Đầu</a:t>
            </a:r>
            <a:r>
              <a:rPr lang="en-US" dirty="0"/>
              <a:t> </a:t>
            </a:r>
            <a:r>
              <a:rPr lang="en-US" dirty="0" err="1"/>
              <a:t>ra</a:t>
            </a:r>
            <a:r>
              <a:rPr lang="en-US" dirty="0"/>
              <a:t> COMP </a:t>
            </a:r>
            <a:r>
              <a:rPr lang="en-US" dirty="0" err="1"/>
              <a:t>sẽ</a:t>
            </a:r>
            <a:r>
              <a:rPr lang="en-US" dirty="0"/>
              <a:t> </a:t>
            </a:r>
            <a:r>
              <a:rPr lang="en-US" b="1" dirty="0" err="1"/>
              <a:t>tăng</a:t>
            </a:r>
            <a:r>
              <a:rPr lang="en-US" b="1" dirty="0"/>
              <a:t> </a:t>
            </a:r>
            <a:r>
              <a:rPr lang="en-US" b="1" dirty="0" err="1"/>
              <a:t>lên</a:t>
            </a:r>
            <a:r>
              <a:rPr lang="en-US" dirty="0"/>
              <a:t>.</a:t>
            </a:r>
          </a:p>
          <a:p>
            <a:pPr lvl="1"/>
            <a:r>
              <a:rPr lang="en-US" dirty="0" err="1"/>
              <a:t>Nếu</a:t>
            </a:r>
            <a:r>
              <a:rPr lang="en-US" dirty="0"/>
              <a:t> VOUT </a:t>
            </a:r>
            <a:r>
              <a:rPr lang="en-US" b="1" dirty="0" err="1"/>
              <a:t>quá</a:t>
            </a:r>
            <a:r>
              <a:rPr lang="en-US" b="1" dirty="0"/>
              <a:t> </a:t>
            </a:r>
            <a:r>
              <a:rPr lang="en-US" b="1" dirty="0" err="1"/>
              <a:t>cao</a:t>
            </a:r>
            <a:r>
              <a:rPr lang="en-US" dirty="0"/>
              <a:t> (&gt; 5V) -&gt; V_FB &gt; 0.8V. </a:t>
            </a:r>
            <a:r>
              <a:rPr lang="en-US" dirty="0" err="1"/>
              <a:t>Đầu</a:t>
            </a:r>
            <a:r>
              <a:rPr lang="en-US" dirty="0"/>
              <a:t> </a:t>
            </a:r>
            <a:r>
              <a:rPr lang="en-US" dirty="0" err="1"/>
              <a:t>ra</a:t>
            </a:r>
            <a:r>
              <a:rPr lang="en-US" dirty="0"/>
              <a:t> COMP </a:t>
            </a:r>
            <a:r>
              <a:rPr lang="en-US" dirty="0" err="1"/>
              <a:t>sẽ</a:t>
            </a:r>
            <a:r>
              <a:rPr lang="en-US" dirty="0"/>
              <a:t> </a:t>
            </a:r>
            <a:r>
              <a:rPr lang="en-US" b="1" dirty="0" err="1"/>
              <a:t>giảm</a:t>
            </a:r>
            <a:r>
              <a:rPr lang="en-US" b="1" dirty="0"/>
              <a:t> </a:t>
            </a:r>
            <a:r>
              <a:rPr lang="en-US" b="1" dirty="0" err="1"/>
              <a:t>xuống</a:t>
            </a:r>
            <a:r>
              <a:rPr lang="en-US" dirty="0"/>
              <a:t>.</a:t>
            </a:r>
          </a:p>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vi-VN" b="1" dirty="0"/>
              <a:t>Oscillator (Bộ dao động):</a:t>
            </a:r>
            <a:r>
              <a:rPr lang="vi-VN" dirty="0"/>
              <a:t> Tạo ra một tín hiệu xung nhịp (hoặc dạng sóng răng cưa) với tần số cố định (ghi là 500kHz). Tín hiệu này (OSC) đặt tần số chuyển mạch cho toàn bộ mạch.</a:t>
            </a:r>
            <a:endParaRPr lang="en-US" dirty="0"/>
          </a:p>
          <a:p>
            <a:r>
              <a:rPr lang="vi-VN" b="1" dirty="0"/>
              <a:t>PWM Comparator (Bộ so sánh PWM):</a:t>
            </a:r>
            <a:r>
              <a:rPr lang="vi-VN" dirty="0"/>
              <a:t> Đây là nơi tạo ra tín hiệu điều khiển. Nó so sánh hai tín hiệu:</a:t>
            </a:r>
          </a:p>
          <a:p>
            <a:r>
              <a:rPr lang="vi-VN" dirty="0"/>
              <a:t>Tín hiệu lỗi </a:t>
            </a:r>
            <a:r>
              <a:rPr lang="vi-VN" b="1" dirty="0"/>
              <a:t>COMP</a:t>
            </a:r>
            <a:r>
              <a:rPr lang="vi-VN" dirty="0"/>
              <a:t> (từ Bộ khuếch đại lỗi).</a:t>
            </a:r>
          </a:p>
          <a:p>
            <a:r>
              <a:rPr lang="vi-VN" dirty="0"/>
              <a:t>Một tín hiệu dốc (ramp) được tạo ra từ </a:t>
            </a:r>
            <a:r>
              <a:rPr lang="vi-VN" b="1" dirty="0"/>
              <a:t>VSUM</a:t>
            </a:r>
            <a:r>
              <a:rPr lang="vi-VN" dirty="0"/>
              <a:t> (là tổng của tín hiệu OSC và tín hiệu cảm biến dòng điện - đây là một kỹ thuật điều khiển "current-mode" để tăng độ ổn định).</a:t>
            </a:r>
          </a:p>
          <a:p>
            <a:r>
              <a:rPr lang="vi-VN" b="1" dirty="0"/>
              <a:t>Nguyên lý PWM (Điều chế độ rộng xung):</a:t>
            </a:r>
            <a:endParaRPr lang="vi-VN" dirty="0"/>
          </a:p>
          <a:p>
            <a:r>
              <a:rPr lang="vi-VN" dirty="0"/>
              <a:t>Đầu mỗi chu kỳ, tín hiệu dốc (VSUM) bắt đầu ở mức thấp. Vì COMP &gt; VSUM, đầu ra của bộ so sánh PWM sẽ ở mức CAO.</a:t>
            </a:r>
          </a:p>
          <a:p>
            <a:r>
              <a:rPr lang="vi-VN" dirty="0"/>
              <a:t>Khi tín hiệu dốc tăng lên và vượt qua mức điện áp COMP, đầu ra của bộ so sánh PWM lật sang mức THẤP.</a:t>
            </a:r>
          </a:p>
          <a:p>
            <a:r>
              <a:rPr lang="vi-VN" dirty="0"/>
              <a:t>Kết quả: Nếu VOUT quá thấp -&gt; COMP </a:t>
            </a:r>
            <a:r>
              <a:rPr lang="vi-VN" b="1" dirty="0"/>
              <a:t>cao</a:t>
            </a:r>
            <a:r>
              <a:rPr lang="vi-VN" dirty="0"/>
              <a:t> -&gt; Xung CAO sẽ </a:t>
            </a:r>
            <a:r>
              <a:rPr lang="vi-VN" b="1" dirty="0"/>
              <a:t>dài hơn</a:t>
            </a:r>
            <a:r>
              <a:rPr lang="vi-VN" dirty="0"/>
              <a:t> (độ rộng xung lớn hơn).</a:t>
            </a:r>
          </a:p>
          <a:p>
            <a:r>
              <a:rPr lang="vi-VN" dirty="0"/>
              <a:t>Nếu VOUT quá cao -&gt; COMP </a:t>
            </a:r>
            <a:r>
              <a:rPr lang="vi-VN" b="1" dirty="0"/>
              <a:t>thấp</a:t>
            </a:r>
            <a:r>
              <a:rPr lang="vi-VN" dirty="0"/>
              <a:t> -&gt; Xung CAO sẽ </a:t>
            </a:r>
            <a:r>
              <a:rPr lang="vi-VN" b="1" dirty="0"/>
              <a:t>ngắn hơn</a:t>
            </a:r>
            <a:r>
              <a:rPr lang="vi-VN" dirty="0"/>
              <a:t> (độ rộng xung nhỏ hơn).</a:t>
            </a:r>
          </a:p>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vi-VN" b="1" dirty="0"/>
              <a:t>TSD (Thermal Shutdown - Tắt do quá nhiệt):</a:t>
            </a:r>
            <a:r>
              <a:rPr lang="vi-VN" dirty="0"/>
              <a:t> Một cảm biến nhiệt độ bên trong IC. Nếu chip trở nên quá nóng, nó sẽ tự động tắt để nguội bớt trước khi bị hỏng.</a:t>
            </a:r>
            <a:endParaRPr lang="en-US" dirty="0"/>
          </a:p>
          <a:p>
            <a:r>
              <a:rPr lang="vi-VN" b="1" dirty="0"/>
              <a:t>High-Side &amp; Low-Side MOSFETs:</a:t>
            </a:r>
            <a:r>
              <a:rPr lang="vi-VN" dirty="0"/>
              <a:t> Đây là hai công tắc điện tử chính.</a:t>
            </a:r>
          </a:p>
          <a:p>
            <a:r>
              <a:rPr lang="vi-VN" b="1" dirty="0"/>
              <a:t>High-Side MOSFET (trên):</a:t>
            </a:r>
            <a:r>
              <a:rPr lang="vi-VN" dirty="0"/>
              <a:t> Nối chân SW với VIN. Khi BẬT, dòng điện chảy từ VIN qua nó, đến cuộn cảm L.</a:t>
            </a:r>
          </a:p>
          <a:p>
            <a:r>
              <a:rPr lang="vi-VN" b="1" dirty="0"/>
              <a:t>Low-Side MOSFET (dưới):</a:t>
            </a:r>
            <a:r>
              <a:rPr lang="vi-VN" dirty="0"/>
              <a:t> Nối chân SW với GND. Khi con trên TẮT, con này sẽ BẬT để cho dòng điện trong cuộn cảm L tiếp tục chảy qua nó về GND. Việc sử dụng MOSFET ở đây (thay vì diode) được gọi là "đồng bộ" (synchronous) và giúp tăng hiệu suất.</a:t>
            </a:r>
          </a:p>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vi-VN" b="1" dirty="0"/>
              <a:t>OCP (Over Current Protection - Bảo vệ quá dòng):</a:t>
            </a:r>
            <a:r>
              <a:rPr lang="vi-VN" dirty="0"/>
              <a:t> So sánh tín hiệu dòng điện từ CSA với một mức tham chiếu (Ref). Nếu dòng điện vượt quá ngưỡng an toàn, bộ so sánh OCP sẽ ngắt các MOSFET để bảo vệ IC và tải.</a:t>
            </a:r>
            <a:endParaRPr lang="en-US" dirty="0"/>
          </a:p>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vi-VN" b="1" dirty="0"/>
              <a:t>Control Logic:</a:t>
            </a:r>
            <a:r>
              <a:rPr lang="vi-VN" dirty="0"/>
              <a:t> Nhận tín hiệu PWM "bật/tắt" đơn giản và chuyển nó thành hai tín hiệu điều khiển chính xác (một cho MOSFET trên, một cho MOSFET dưới). Nó đảm bảo cả hai không bao giờ bật cùng một lúc (tránh hiện tượng "shoot-through" gây chập mạch).</a:t>
            </a:r>
            <a:br>
              <a:rPr lang="en-US" dirty="0"/>
            </a:br>
            <a:r>
              <a:rPr lang="vi-VN" b="1" dirty="0"/>
              <a:t>CSA (Current Sense Amplifier - Bộ khuếch đại cảm biến dòng):</a:t>
            </a:r>
            <a:r>
              <a:rPr lang="vi-VN" dirty="0"/>
              <a:t> Đo dòng điện đi qua High-Side MOSFET. Tín hiệu này được dùng cho cả điều khiển (trong VSUM) và bảo vệ.</a:t>
            </a:r>
            <a:endParaRPr lang="en-US" dirty="0"/>
          </a:p>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endParaRPr dirty="0"/>
          </a:p>
        </p:txBody>
      </p:sp>
      <p:sp>
        <p:nvSpPr>
          <p:cNvPr id="117" name="Google Shape;117;p5:notes">
            <a:extLst>
              <a:ext uri="{FF2B5EF4-FFF2-40B4-BE49-F238E27FC236}">
                <a16:creationId xmlns:a16="http://schemas.microsoft.com/office/drawing/2014/main" id="{5F689732-7106-7DE9-BD3D-453A475D60FD}"/>
              </a:ext>
            </a:extLst>
          </p:cNvPr>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0223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dirty="0"/>
          </a:p>
        </p:txBody>
      </p:sp>
      <p:sp>
        <p:nvSpPr>
          <p:cNvPr id="117" name="Google Shape;117;p5: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AD0BA52D-D678-4D83-DBC9-BEB5BD965EF5}"/>
            </a:ext>
          </a:extLst>
        </p:cNvPr>
        <p:cNvGrpSpPr/>
        <p:nvPr/>
      </p:nvGrpSpPr>
      <p:grpSpPr>
        <a:xfrm>
          <a:off x="0" y="0"/>
          <a:ext cx="0" cy="0"/>
          <a:chOff x="0" y="0"/>
          <a:chExt cx="0" cy="0"/>
        </a:xfrm>
      </p:grpSpPr>
      <p:sp>
        <p:nvSpPr>
          <p:cNvPr id="116" name="Google Shape;116;p5:notes">
            <a:extLst>
              <a:ext uri="{FF2B5EF4-FFF2-40B4-BE49-F238E27FC236}">
                <a16:creationId xmlns:a16="http://schemas.microsoft.com/office/drawing/2014/main" id="{2E088E44-A6DB-D241-B861-5B29D96E83CB}"/>
              </a:ext>
            </a:extLst>
          </p:cNvPr>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17" name="Google Shape;117;p5:notes">
            <a:extLst>
              <a:ext uri="{FF2B5EF4-FFF2-40B4-BE49-F238E27FC236}">
                <a16:creationId xmlns:a16="http://schemas.microsoft.com/office/drawing/2014/main" id="{D058BFD2-5CE3-D898-A497-954ABC20B97A}"/>
              </a:ext>
            </a:extLst>
          </p:cNvPr>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8896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CB5A07CF-1235-2854-803E-90CCE91EA2A9}"/>
            </a:ext>
          </a:extLst>
        </p:cNvPr>
        <p:cNvGrpSpPr/>
        <p:nvPr/>
      </p:nvGrpSpPr>
      <p:grpSpPr>
        <a:xfrm>
          <a:off x="0" y="0"/>
          <a:ext cx="0" cy="0"/>
          <a:chOff x="0" y="0"/>
          <a:chExt cx="0" cy="0"/>
        </a:xfrm>
      </p:grpSpPr>
      <p:sp>
        <p:nvSpPr>
          <p:cNvPr id="116" name="Google Shape;116;p5:notes">
            <a:extLst>
              <a:ext uri="{FF2B5EF4-FFF2-40B4-BE49-F238E27FC236}">
                <a16:creationId xmlns:a16="http://schemas.microsoft.com/office/drawing/2014/main" id="{F1066410-374F-D2DD-7119-312EC69AE76B}"/>
              </a:ext>
            </a:extLst>
          </p:cNvPr>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dirty="0"/>
          </a:p>
        </p:txBody>
      </p:sp>
      <p:sp>
        <p:nvSpPr>
          <p:cNvPr id="117" name="Google Shape;117;p5:notes">
            <a:extLst>
              <a:ext uri="{FF2B5EF4-FFF2-40B4-BE49-F238E27FC236}">
                <a16:creationId xmlns:a16="http://schemas.microsoft.com/office/drawing/2014/main" id="{FEAF1F1D-46AD-2A0D-F163-8AE02E9185E8}"/>
              </a:ext>
            </a:extLst>
          </p:cNvPr>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4003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640D393A-5041-26D3-F219-042D3DA2D03B}"/>
            </a:ext>
          </a:extLst>
        </p:cNvPr>
        <p:cNvGrpSpPr/>
        <p:nvPr/>
      </p:nvGrpSpPr>
      <p:grpSpPr>
        <a:xfrm>
          <a:off x="0" y="0"/>
          <a:ext cx="0" cy="0"/>
          <a:chOff x="0" y="0"/>
          <a:chExt cx="0" cy="0"/>
        </a:xfrm>
      </p:grpSpPr>
      <p:sp>
        <p:nvSpPr>
          <p:cNvPr id="116" name="Google Shape;116;p5:notes">
            <a:extLst>
              <a:ext uri="{FF2B5EF4-FFF2-40B4-BE49-F238E27FC236}">
                <a16:creationId xmlns:a16="http://schemas.microsoft.com/office/drawing/2014/main" id="{318E6639-BD32-729D-73BC-CF458F6CF81B}"/>
              </a:ext>
            </a:extLst>
          </p:cNvPr>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vi-VN" dirty="0">
                <a:solidFill>
                  <a:prstClr val="black"/>
                </a:solidFill>
                <a:latin typeface="Times New Roman" panose="02020603050405020304" pitchFamily="18" charset="0"/>
                <a:cs typeface="Times New Roman" panose="02020603050405020304" pitchFamily="18" charset="0"/>
              </a:rPr>
              <a:t>Điện áp ngõ ra được thiết lập bằng mạch chia áp từ ngõ ra xuống chân FB.</a:t>
            </a:r>
          </a:p>
          <a:p>
            <a:r>
              <a:rPr lang="en-US" dirty="0"/>
              <a:t>R2 = 30.1 k</a:t>
            </a:r>
            <a:r>
              <a:rPr lang="el-GR" dirty="0"/>
              <a:t>Ω (</a:t>
            </a:r>
            <a:r>
              <a:rPr lang="en-US" dirty="0" err="1"/>
              <a:t>giá</a:t>
            </a:r>
            <a:r>
              <a:rPr lang="en-US" dirty="0"/>
              <a:t> </a:t>
            </a:r>
            <a:r>
              <a:rPr lang="en-US" dirty="0" err="1"/>
              <a:t>trị</a:t>
            </a:r>
            <a:r>
              <a:rPr lang="en-US" dirty="0"/>
              <a:t> </a:t>
            </a:r>
            <a:r>
              <a:rPr lang="en-US" dirty="0" err="1"/>
              <a:t>cố</a:t>
            </a:r>
            <a:r>
              <a:rPr lang="en-US" dirty="0"/>
              <a:t> </a:t>
            </a:r>
            <a:r>
              <a:rPr lang="en-US" dirty="0" err="1"/>
              <a:t>định</a:t>
            </a:r>
            <a:r>
              <a:rPr lang="en-US" dirty="0"/>
              <a:t> </a:t>
            </a:r>
            <a:r>
              <a:rPr lang="en-US" dirty="0" err="1"/>
              <a:t>theo</a:t>
            </a:r>
            <a:r>
              <a:rPr lang="en-US" dirty="0"/>
              <a:t> datasheet)</a:t>
            </a:r>
          </a:p>
          <a:p>
            <a:r>
              <a:rPr lang="en-US" dirty="0"/>
              <a:t>VOUT = 12V → R1 = 422 k</a:t>
            </a:r>
            <a:r>
              <a:rPr lang="el-GR" dirty="0"/>
              <a:t>Ω</a:t>
            </a:r>
          </a:p>
          <a:p>
            <a:r>
              <a:rPr lang="en-US" dirty="0"/>
              <a:t>VOUT = 5V → R1 = 158 k</a:t>
            </a:r>
            <a:r>
              <a:rPr lang="el-GR" dirty="0"/>
              <a:t>Ω</a:t>
            </a:r>
          </a:p>
          <a:p>
            <a:pPr marL="0" lvl="0" indent="0" algn="l" rtl="0">
              <a:spcBef>
                <a:spcPts val="360"/>
              </a:spcBef>
              <a:spcAft>
                <a:spcPts val="0"/>
              </a:spcAft>
              <a:buNone/>
            </a:pPr>
            <a:endParaRPr dirty="0"/>
          </a:p>
        </p:txBody>
      </p:sp>
      <p:sp>
        <p:nvSpPr>
          <p:cNvPr id="117" name="Google Shape;117;p5:notes">
            <a:extLst>
              <a:ext uri="{FF2B5EF4-FFF2-40B4-BE49-F238E27FC236}">
                <a16:creationId xmlns:a16="http://schemas.microsoft.com/office/drawing/2014/main" id="{5B189CE9-3E29-77E9-B3D7-7FDD298465D3}"/>
              </a:ext>
            </a:extLst>
          </p:cNvPr>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9119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55D9E7DA-8EA0-6DDB-1429-6486D4BF803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6" name="Google Shape;116;p5:notes">
                <a:extLst>
                  <a:ext uri="{FF2B5EF4-FFF2-40B4-BE49-F238E27FC236}">
                    <a16:creationId xmlns:a16="http://schemas.microsoft.com/office/drawing/2014/main" id="{4C25864D-4D14-8EE8-4DB7-64801E8BDC67}"/>
                  </a:ext>
                </a:extLst>
              </p:cNvPr>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14:m>
                  <m:oMath xmlns:m="http://schemas.openxmlformats.org/officeDocument/2006/math">
                    <m:r>
                      <m:rPr>
                        <m:sty m:val="p"/>
                      </m:rPr>
                      <a:rPr lang="el-GR" sz="1200" smtClean="0">
                        <a:latin typeface="Cambria Math" panose="02040503050406030204" pitchFamily="18" charset="0"/>
                      </a:rPr>
                      <m:t>Δ</m:t>
                    </m:r>
                    <m:sSub>
                      <m:sSubPr>
                        <m:ctrlPr>
                          <a:rPr lang="ar-AE" sz="1200" i="1">
                            <a:latin typeface="Cambria Math" panose="02040503050406030204" pitchFamily="18" charset="0"/>
                          </a:rPr>
                        </m:ctrlPr>
                      </m:sSubPr>
                      <m:e>
                        <m:r>
                          <a:rPr lang="ar-AE" sz="1200" i="1">
                            <a:latin typeface="Cambria Math" panose="02040503050406030204" pitchFamily="18" charset="0"/>
                          </a:rPr>
                          <m:t>𝐼</m:t>
                        </m:r>
                      </m:e>
                      <m:sub>
                        <m:r>
                          <a:rPr lang="ar-AE" sz="1200" i="1">
                            <a:latin typeface="Cambria Math" panose="02040503050406030204" pitchFamily="18" charset="0"/>
                          </a:rPr>
                          <m:t>𝐿</m:t>
                        </m:r>
                      </m:sub>
                    </m:sSub>
                    <m:r>
                      <a:rPr lang="en-US" sz="1200" b="0" i="1" smtClean="0">
                        <a:latin typeface="Cambria Math" panose="02040503050406030204" pitchFamily="18" charset="0"/>
                      </a:rPr>
                      <m:t>: </m:t>
                    </m:r>
                  </m:oMath>
                </a14:m>
                <a:r>
                  <a:rPr lang="en-US" sz="1200" dirty="0" err="1">
                    <a:latin typeface="Calibri" panose="020F0502020204030204" pitchFamily="34" charset="0"/>
                    <a:cs typeface="Calibri" panose="020F0502020204030204" pitchFamily="34" charset="0"/>
                  </a:rPr>
                  <a:t>Biên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độ</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gợn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dòng</a:t>
                </a:r>
                <a:r>
                  <a:rPr lang="en-US" sz="1200" dirty="0">
                    <a:latin typeface="Calibri" panose="020F0502020204030204" pitchFamily="34" charset="0"/>
                    <a:cs typeface="Calibri" panose="020F0502020204030204" pitchFamily="34" charset="0"/>
                  </a:rPr>
                  <a:t> qua </a:t>
                </a:r>
                <a:r>
                  <a:rPr lang="en-US" sz="1200" dirty="0" err="1">
                    <a:latin typeface="Calibri" panose="020F0502020204030204" pitchFamily="34" charset="0"/>
                    <a:cs typeface="Calibri" panose="020F0502020204030204" pitchFamily="34" charset="0"/>
                  </a:rPr>
                  <a:t>cuộn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cảm</a:t>
                </a:r>
                <a:r>
                  <a:rPr lang="en-US" sz="1200" dirty="0">
                    <a:latin typeface="Calibri" panose="020F0502020204030204" pitchFamily="34" charset="0"/>
                    <a:cs typeface="Calibri" panose="020F0502020204030204" pitchFamily="34" charset="0"/>
                  </a:rPr>
                  <a:t> (30–50% IOUT)</a:t>
                </a:r>
              </a:p>
              <a:p>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𝑓</m:t>
                        </m:r>
                      </m:e>
                      <m:sub>
                        <m:r>
                          <a:rPr lang="ar-AE" sz="1200" i="1">
                            <a:latin typeface="Cambria Math" panose="02040503050406030204" pitchFamily="18" charset="0"/>
                          </a:rPr>
                          <m:t>𝑆𝑊</m:t>
                        </m:r>
                      </m:sub>
                    </m:sSub>
                  </m:oMath>
                </a14:m>
                <a:r>
                  <a:rPr lang="ar-AE" sz="1200" dirty="0">
                    <a:latin typeface="Calibri" panose="020F0502020204030204" pitchFamily="34" charset="0"/>
                    <a:cs typeface="Calibri" panose="020F0502020204030204" pitchFamily="34" charset="0"/>
                  </a:rPr>
                  <a:t>: </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Tần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số</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chuyển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mạch</a:t>
                </a:r>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VIN​,VOUT​: </a:t>
                </a:r>
                <a:r>
                  <a:rPr lang="en-US" sz="1200" dirty="0" err="1">
                    <a:latin typeface="Calibri" panose="020F0502020204030204" pitchFamily="34" charset="0"/>
                    <a:cs typeface="Calibri" panose="020F0502020204030204" pitchFamily="34" charset="0"/>
                  </a:rPr>
                  <a:t>Điện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áp</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vào</a:t>
                </a:r>
                <a:r>
                  <a:rPr lang="en-US" sz="1200" dirty="0">
                    <a:latin typeface="Calibri" panose="020F0502020204030204" pitchFamily="34" charset="0"/>
                    <a:cs typeface="Calibri" panose="020F0502020204030204" pitchFamily="34" charset="0"/>
                  </a:rPr>
                  <a:t>/</a:t>
                </a:r>
                <a:r>
                  <a:rPr lang="en-US" sz="1200" dirty="0" err="1">
                    <a:latin typeface="Calibri" panose="020F0502020204030204" pitchFamily="34" charset="0"/>
                    <a:cs typeface="Calibri" panose="020F0502020204030204" pitchFamily="34" charset="0"/>
                  </a:rPr>
                  <a:t>ra</a:t>
                </a:r>
                <a:endParaRPr lang="en-US" b="1" dirty="0"/>
              </a:p>
              <a:p>
                <a:r>
                  <a:rPr lang="vi-VN" b="1" dirty="0"/>
                  <a:t>Chọn </a:t>
                </a:r>
                <a:r>
                  <a:rPr lang="el-GR" b="1" dirty="0"/>
                  <a:t>Δ</a:t>
                </a:r>
                <a:r>
                  <a:rPr lang="vi-VN" b="1" dirty="0">
                    <a:effectLst/>
                  </a:rPr>
                  <a:t>IL</a:t>
                </a:r>
                <a:r>
                  <a:rPr lang="vi-VN" b="1" dirty="0"/>
                  <a:t>​ quá lớn (&gt; 40%)</a:t>
                </a:r>
                <a:r>
                  <a:rPr lang="vi-VN" dirty="0"/>
                  <a:t>Dòng gợn sóng cao sẽ yêu cầu cuộn cảm </a:t>
                </a:r>
                <a:r>
                  <a:rPr lang="vi-VN" b="1" dirty="0"/>
                  <a:t>nhỏ</a:t>
                </a:r>
                <a:r>
                  <a:rPr lang="vi-VN" dirty="0"/>
                  <a:t> hơn. Dễ xảy ra hiện tượng dòng điện gián đoạn (DCM) ở tải nhẹ và làm tăng tổn hao chuyển mạch, giảm hiệu suất.</a:t>
                </a:r>
              </a:p>
              <a:p>
                <a:r>
                  <a:rPr lang="vi-VN" b="1" dirty="0"/>
                  <a:t>Chọn </a:t>
                </a:r>
                <a:r>
                  <a:rPr lang="el-GR" b="1" dirty="0"/>
                  <a:t>Δ</a:t>
                </a:r>
                <a:r>
                  <a:rPr lang="vi-VN" b="1" dirty="0">
                    <a:effectLst/>
                  </a:rPr>
                  <a:t>IL</a:t>
                </a:r>
                <a:r>
                  <a:rPr lang="vi-VN" b="1" dirty="0"/>
                  <a:t>​ quá nhỏ (&lt; 20%)</a:t>
                </a:r>
                <a:r>
                  <a:rPr lang="vi-VN" dirty="0"/>
                  <a:t>Dòng gợn sóng thấp sẽ yêu cầu cuộn cảm </a:t>
                </a:r>
                <a:r>
                  <a:rPr lang="vi-VN" b="1" dirty="0"/>
                  <a:t>lớn</a:t>
                </a:r>
                <a:r>
                  <a:rPr lang="vi-VN" dirty="0"/>
                  <a:t> hơn. Cuộn cảm lớn thường đắt hơn, cồng kềnh hơn và có thể tăng tổn hao DC (điện trở cuộn dây </a:t>
                </a:r>
                <a:r>
                  <a:rPr lang="vi-VN" dirty="0">
                    <a:effectLst/>
                  </a:rPr>
                  <a:t>RDCR</a:t>
                </a:r>
                <a:r>
                  <a:rPr lang="vi-VN" dirty="0"/>
                  <a:t>​), giảm hiệu suất</a:t>
                </a:r>
                <a:endParaRPr lang="en-US" dirty="0"/>
              </a:p>
            </p:txBody>
          </p:sp>
        </mc:Choice>
        <mc:Fallback xmlns="">
          <p:sp>
            <p:nvSpPr>
              <p:cNvPr id="116" name="Google Shape;116;p5:notes">
                <a:extLst>
                  <a:ext uri="{FF2B5EF4-FFF2-40B4-BE49-F238E27FC236}">
                    <a16:creationId xmlns:a16="http://schemas.microsoft.com/office/drawing/2014/main" id="{4C25864D-4D14-8EE8-4DB7-64801E8BDC67}"/>
                  </a:ext>
                </a:extLst>
              </p:cNvPr>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r>
                  <a:rPr lang="el-GR" sz="1200" i="0">
                    <a:latin typeface="Cambria Math" panose="02040503050406030204" pitchFamily="18" charset="0"/>
                  </a:rPr>
                  <a:t>Δ</a:t>
                </a:r>
                <a:r>
                  <a:rPr lang="ar-AE" sz="1200" i="0">
                    <a:latin typeface="Cambria Math" panose="02040503050406030204" pitchFamily="18" charset="0"/>
                  </a:rPr>
                  <a:t>𝐼_𝐿</a:t>
                </a:r>
                <a:r>
                  <a:rPr lang="en-US" sz="1200" b="0" i="0">
                    <a:latin typeface="Cambria Math" panose="02040503050406030204" pitchFamily="18" charset="0"/>
                  </a:rPr>
                  <a:t>: </a:t>
                </a:r>
                <a:r>
                  <a:rPr lang="en-US" sz="1200" dirty="0" err="1">
                    <a:latin typeface="Calibri" panose="020F0502020204030204" pitchFamily="34" charset="0"/>
                    <a:cs typeface="Calibri" panose="020F0502020204030204" pitchFamily="34" charset="0"/>
                  </a:rPr>
                  <a:t>Biên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độ</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gợn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dòng</a:t>
                </a:r>
                <a:r>
                  <a:rPr lang="en-US" sz="1200" dirty="0">
                    <a:latin typeface="Calibri" panose="020F0502020204030204" pitchFamily="34" charset="0"/>
                    <a:cs typeface="Calibri" panose="020F0502020204030204" pitchFamily="34" charset="0"/>
                  </a:rPr>
                  <a:t> qua </a:t>
                </a:r>
                <a:r>
                  <a:rPr lang="en-US" sz="1200" dirty="0" err="1">
                    <a:latin typeface="Calibri" panose="020F0502020204030204" pitchFamily="34" charset="0"/>
                    <a:cs typeface="Calibri" panose="020F0502020204030204" pitchFamily="34" charset="0"/>
                  </a:rPr>
                  <a:t>cuộn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cảm</a:t>
                </a:r>
                <a:r>
                  <a:rPr lang="en-US" sz="1200" dirty="0">
                    <a:latin typeface="Calibri" panose="020F0502020204030204" pitchFamily="34" charset="0"/>
                    <a:cs typeface="Calibri" panose="020F0502020204030204" pitchFamily="34" charset="0"/>
                  </a:rPr>
                  <a:t> (30–50% IOUT)</a:t>
                </a:r>
              </a:p>
              <a:p>
                <a:r>
                  <a:rPr lang="ar-AE" sz="1200" i="0">
                    <a:latin typeface="Cambria Math" panose="02040503050406030204" pitchFamily="18" charset="0"/>
                  </a:rPr>
                  <a:t>𝑓_𝑆𝑊</a:t>
                </a:r>
                <a:r>
                  <a:rPr lang="ar-AE" sz="1200" dirty="0">
                    <a:latin typeface="Calibri" panose="020F0502020204030204" pitchFamily="34" charset="0"/>
                    <a:cs typeface="Calibri" panose="020F0502020204030204" pitchFamily="34" charset="0"/>
                  </a:rPr>
                  <a:t>: </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Tần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số</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chuyển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mạch</a:t>
                </a:r>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VIN​,VOUT​: </a:t>
                </a:r>
                <a:r>
                  <a:rPr lang="en-US" sz="1200" dirty="0" err="1">
                    <a:latin typeface="Calibri" panose="020F0502020204030204" pitchFamily="34" charset="0"/>
                    <a:cs typeface="Calibri" panose="020F0502020204030204" pitchFamily="34" charset="0"/>
                  </a:rPr>
                  <a:t>Điện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áp</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vào</a:t>
                </a:r>
                <a:r>
                  <a:rPr lang="en-US" sz="1200" dirty="0">
                    <a:latin typeface="Calibri" panose="020F0502020204030204" pitchFamily="34" charset="0"/>
                    <a:cs typeface="Calibri" panose="020F0502020204030204" pitchFamily="34" charset="0"/>
                  </a:rPr>
                  <a:t>/</a:t>
                </a:r>
                <a:r>
                  <a:rPr lang="en-US" sz="1200" dirty="0" err="1">
                    <a:latin typeface="Calibri" panose="020F0502020204030204" pitchFamily="34" charset="0"/>
                    <a:cs typeface="Calibri" panose="020F0502020204030204" pitchFamily="34" charset="0"/>
                  </a:rPr>
                  <a:t>ra</a:t>
                </a:r>
                <a:endParaRPr lang="en-US" b="1" dirty="0"/>
              </a:p>
              <a:p>
                <a:r>
                  <a:rPr lang="vi-VN" b="1" dirty="0"/>
                  <a:t>Chọn </a:t>
                </a:r>
                <a:r>
                  <a:rPr lang="el-GR" b="1" dirty="0"/>
                  <a:t>Δ</a:t>
                </a:r>
                <a:r>
                  <a:rPr lang="vi-VN" b="1" dirty="0">
                    <a:effectLst/>
                  </a:rPr>
                  <a:t>IL</a:t>
                </a:r>
                <a:r>
                  <a:rPr lang="vi-VN" b="1" dirty="0"/>
                  <a:t>​ quá lớn (&gt; 40%)</a:t>
                </a:r>
                <a:r>
                  <a:rPr lang="vi-VN" dirty="0"/>
                  <a:t>Dòng gợn sóng cao sẽ yêu cầu cuộn cảm </a:t>
                </a:r>
                <a:r>
                  <a:rPr lang="vi-VN" b="1" dirty="0"/>
                  <a:t>nhỏ</a:t>
                </a:r>
                <a:r>
                  <a:rPr lang="vi-VN" dirty="0"/>
                  <a:t> hơn. Dễ xảy ra hiện tượng dòng điện gián đoạn (DCM) ở tải nhẹ và làm tăng tổn hao chuyển mạch, giảm hiệu suất.</a:t>
                </a:r>
              </a:p>
              <a:p>
                <a:r>
                  <a:rPr lang="vi-VN" b="1" dirty="0"/>
                  <a:t>Chọn </a:t>
                </a:r>
                <a:r>
                  <a:rPr lang="el-GR" b="1" dirty="0"/>
                  <a:t>Δ</a:t>
                </a:r>
                <a:r>
                  <a:rPr lang="vi-VN" b="1" dirty="0">
                    <a:effectLst/>
                  </a:rPr>
                  <a:t>IL</a:t>
                </a:r>
                <a:r>
                  <a:rPr lang="vi-VN" b="1" dirty="0"/>
                  <a:t>​ quá nhỏ (&lt; 20%)</a:t>
                </a:r>
                <a:r>
                  <a:rPr lang="vi-VN" dirty="0"/>
                  <a:t>Dòng gợn sóng thấp sẽ yêu cầu cuộn cảm </a:t>
                </a:r>
                <a:r>
                  <a:rPr lang="vi-VN" b="1" dirty="0"/>
                  <a:t>lớn</a:t>
                </a:r>
                <a:r>
                  <a:rPr lang="vi-VN" dirty="0"/>
                  <a:t> hơn. Cuộn cảm lớn thường đắt hơn, cồng kềnh hơn và có thể tăng tổn hao DC (điện trở cuộn dây </a:t>
                </a:r>
                <a:r>
                  <a:rPr lang="vi-VN" dirty="0">
                    <a:effectLst/>
                  </a:rPr>
                  <a:t>RDCR</a:t>
                </a:r>
                <a:r>
                  <a:rPr lang="vi-VN" dirty="0"/>
                  <a:t>​), giảm hiệu suất</a:t>
                </a:r>
                <a:endParaRPr lang="en-US" dirty="0"/>
              </a:p>
            </p:txBody>
          </p:sp>
        </mc:Fallback>
      </mc:AlternateContent>
      <p:sp>
        <p:nvSpPr>
          <p:cNvPr id="117" name="Google Shape;117;p5:notes">
            <a:extLst>
              <a:ext uri="{FF2B5EF4-FFF2-40B4-BE49-F238E27FC236}">
                <a16:creationId xmlns:a16="http://schemas.microsoft.com/office/drawing/2014/main" id="{663931BD-0DA9-3774-003B-2A75E2FF2E17}"/>
              </a:ext>
            </a:extLst>
          </p:cNvPr>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14037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20170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a:t>
            </a:r>
            <a:r>
              <a:rPr lang="vi-VN" b="1" dirty="0"/>
              <a:t>ụ C3 </a:t>
            </a:r>
            <a:r>
              <a:rPr lang="en-US" dirty="0" err="1"/>
              <a:t>Tụ</a:t>
            </a:r>
            <a:r>
              <a:rPr lang="en-US" dirty="0"/>
              <a:t> Bootstrap </a:t>
            </a:r>
            <a:r>
              <a:rPr lang="en-US" dirty="0" err="1"/>
              <a:t>cung</a:t>
            </a:r>
            <a:r>
              <a:rPr lang="en-US" dirty="0"/>
              <a:t> </a:t>
            </a:r>
            <a:r>
              <a:rPr lang="en-US" dirty="0" err="1"/>
              <a:t>cấp</a:t>
            </a:r>
            <a:r>
              <a:rPr lang="en-US" dirty="0"/>
              <a:t> </a:t>
            </a:r>
            <a:r>
              <a:rPr lang="en-US" dirty="0" err="1"/>
              <a:t>điện</a:t>
            </a:r>
            <a:r>
              <a:rPr lang="en-US" dirty="0"/>
              <a:t> </a:t>
            </a:r>
            <a:r>
              <a:rPr lang="en-US" dirty="0" err="1"/>
              <a:t>áp</a:t>
            </a:r>
            <a:r>
              <a:rPr lang="en-US" dirty="0"/>
              <a:t> </a:t>
            </a:r>
            <a:r>
              <a:rPr lang="en-US" dirty="0" err="1"/>
              <a:t>để</a:t>
            </a:r>
            <a:r>
              <a:rPr lang="en-US" dirty="0"/>
              <a:t> </a:t>
            </a:r>
            <a:r>
              <a:rPr lang="en-US" dirty="0" err="1"/>
              <a:t>kích</a:t>
            </a:r>
            <a:r>
              <a:rPr lang="en-US" dirty="0"/>
              <a:t> </a:t>
            </a:r>
            <a:r>
              <a:rPr lang="en-US" dirty="0" err="1"/>
              <a:t>mở</a:t>
            </a:r>
            <a:r>
              <a:rPr lang="en-US" dirty="0"/>
              <a:t> </a:t>
            </a:r>
            <a:r>
              <a:rPr lang="en-US" dirty="0" err="1"/>
              <a:t>hoàn</a:t>
            </a:r>
            <a:r>
              <a:rPr lang="en-US" dirty="0"/>
              <a:t> </a:t>
            </a:r>
            <a:r>
              <a:rPr lang="en-US" dirty="0" err="1"/>
              <a:t>toàn</a:t>
            </a:r>
            <a:r>
              <a:rPr lang="en-US" dirty="0"/>
              <a:t> MOSFET high-side</a:t>
            </a:r>
          </a:p>
          <a:p>
            <a:r>
              <a:rPr lang="vi-VN" dirty="0"/>
              <a:t>Để BẬT một MOSFET N-channel (high-side), điện áp Cổng phải cao hơn điện áp Nguồn.</a:t>
            </a:r>
            <a:endParaRPr lang="en-US" dirty="0"/>
          </a:p>
          <a:p>
            <a:r>
              <a:rPr lang="vi-VN" dirty="0"/>
              <a:t>Trong trường hợp này, chân Nguồn chính là </a:t>
            </a:r>
            <a:r>
              <a:rPr lang="vi-VN" sz="1200" b="0" i="0" u="none" strike="noStrike" cap="none" dirty="0">
                <a:solidFill>
                  <a:schemeClr val="dk1"/>
                </a:solidFill>
                <a:latin typeface="Calibri"/>
                <a:ea typeface="Calibri"/>
                <a:cs typeface="Calibri"/>
                <a:sym typeface="Calibri"/>
              </a:rPr>
              <a:t>SW</a:t>
            </a:r>
            <a:r>
              <a:rPr lang="vi-VN" dirty="0"/>
              <a:t> (có điện áp thay đổi từ 0V đến VIN).</a:t>
            </a:r>
          </a:p>
          <a:p>
            <a:r>
              <a:rPr lang="vi-VN" b="1" dirty="0"/>
              <a:t>Khi </a:t>
            </a:r>
            <a:r>
              <a:rPr lang="vi-VN" sz="1200" b="1" i="0" u="none" strike="noStrike" cap="none" dirty="0">
                <a:solidFill>
                  <a:schemeClr val="dk1"/>
                </a:solidFill>
                <a:latin typeface="Calibri"/>
                <a:ea typeface="Calibri"/>
                <a:cs typeface="Calibri"/>
                <a:sym typeface="Calibri"/>
              </a:rPr>
              <a:t>SW</a:t>
            </a:r>
            <a:r>
              <a:rPr lang="vi-VN" b="1" dirty="0"/>
              <a:t> = 0V</a:t>
            </a:r>
            <a:r>
              <a:rPr lang="vi-VN" dirty="0"/>
              <a:t> (MOSFET low-side BẬT): Tụ </a:t>
            </a:r>
            <a:r>
              <a:rPr lang="vi-VN" sz="1200" b="0" i="0" u="none" strike="noStrike" cap="none" dirty="0">
                <a:solidFill>
                  <a:schemeClr val="dk1"/>
                </a:solidFill>
                <a:latin typeface="Calibri"/>
                <a:ea typeface="Calibri"/>
                <a:cs typeface="Calibri"/>
                <a:sym typeface="Calibri"/>
              </a:rPr>
              <a:t>C3</a:t>
            </a:r>
            <a:r>
              <a:rPr lang="vi-VN" dirty="0"/>
              <a:t> được nạp điện (ví dụ lên 5V) từ một nguồn VCC nội bộ của IC.</a:t>
            </a:r>
          </a:p>
          <a:p>
            <a:r>
              <a:rPr lang="vi-VN" b="1" dirty="0"/>
              <a:t>Khi </a:t>
            </a:r>
            <a:r>
              <a:rPr lang="vi-VN" sz="1200" b="1" i="0" u="none" strike="noStrike" cap="none" dirty="0">
                <a:solidFill>
                  <a:schemeClr val="dk1"/>
                </a:solidFill>
                <a:latin typeface="Calibri"/>
                <a:ea typeface="Calibri"/>
                <a:cs typeface="Calibri"/>
                <a:sym typeface="Calibri"/>
              </a:rPr>
              <a:t>SW</a:t>
            </a:r>
            <a:r>
              <a:rPr lang="vi-VN" b="1" dirty="0"/>
              <a:t> = VIN</a:t>
            </a:r>
            <a:r>
              <a:rPr lang="vi-VN" dirty="0"/>
              <a:t> (MOSFET high-side cần BẬT): Điện áp tại chân </a:t>
            </a:r>
            <a:r>
              <a:rPr lang="vi-VN" sz="1200" b="0" i="0" u="none" strike="noStrike" cap="none" dirty="0">
                <a:solidFill>
                  <a:schemeClr val="dk1"/>
                </a:solidFill>
                <a:latin typeface="Calibri"/>
                <a:ea typeface="Calibri"/>
                <a:cs typeface="Calibri"/>
                <a:sym typeface="Calibri"/>
              </a:rPr>
              <a:t>SW</a:t>
            </a:r>
            <a:r>
              <a:rPr lang="vi-VN" dirty="0"/>
              <a:t> đẩy bản cực dưới của </a:t>
            </a:r>
            <a:r>
              <a:rPr lang="vi-VN" sz="1200" b="0" i="0" u="none" strike="noStrike" cap="none" dirty="0">
                <a:solidFill>
                  <a:schemeClr val="dk1"/>
                </a:solidFill>
                <a:latin typeface="Calibri"/>
                <a:ea typeface="Calibri"/>
                <a:cs typeface="Calibri"/>
                <a:sym typeface="Calibri"/>
              </a:rPr>
              <a:t>C3</a:t>
            </a:r>
            <a:r>
              <a:rPr lang="vi-VN" dirty="0"/>
              <a:t> lên mức </a:t>
            </a:r>
            <a:r>
              <a:rPr lang="vi-VN" sz="1200" b="0" i="0" u="none" strike="noStrike" cap="none" dirty="0">
                <a:solidFill>
                  <a:schemeClr val="dk1"/>
                </a:solidFill>
                <a:latin typeface="Calibri"/>
                <a:ea typeface="Calibri"/>
                <a:cs typeface="Calibri"/>
                <a:sym typeface="Calibri"/>
              </a:rPr>
              <a:t>VIN</a:t>
            </a:r>
            <a:r>
              <a:rPr lang="vi-VN" dirty="0"/>
              <a:t>.</a:t>
            </a:r>
            <a:endParaRPr lang="en-US" dirty="0"/>
          </a:p>
          <a:p>
            <a:r>
              <a:rPr lang="vi-VN" dirty="0"/>
              <a:t>Vì điện áp trên tụ không đổi tức thời, bản cực trên (nối với chân </a:t>
            </a:r>
            <a:r>
              <a:rPr lang="vi-VN" sz="1200" b="0" i="0" u="none" strike="noStrike" cap="none" dirty="0">
                <a:solidFill>
                  <a:schemeClr val="dk1"/>
                </a:solidFill>
                <a:latin typeface="Calibri"/>
                <a:ea typeface="Calibri"/>
                <a:cs typeface="Calibri"/>
                <a:sym typeface="Calibri"/>
              </a:rPr>
              <a:t>BST</a:t>
            </a:r>
            <a:r>
              <a:rPr lang="vi-VN" dirty="0"/>
              <a:t>) sẽ bị "đẩy" (bootstrap) lên mức </a:t>
            </a:r>
            <a:r>
              <a:rPr lang="vi-VN" sz="1200" b="1" i="0" u="none" strike="noStrike" cap="none" dirty="0">
                <a:solidFill>
                  <a:schemeClr val="dk1"/>
                </a:solidFill>
                <a:latin typeface="Calibri"/>
                <a:ea typeface="Calibri"/>
                <a:cs typeface="Calibri"/>
                <a:sym typeface="Calibri"/>
              </a:rPr>
              <a:t>VIN + 5V</a:t>
            </a:r>
            <a:r>
              <a:rPr lang="vi-VN" dirty="0"/>
              <a:t>.</a:t>
            </a:r>
          </a:p>
          <a:p>
            <a:endParaRPr lang="en-US" dirty="0"/>
          </a:p>
          <a:p>
            <a:r>
              <a:rPr lang="vi-VN" dirty="0"/>
              <a:t>2 tụ song song đầu ra: mạch hoạt động ở tần số cao 500 KHz , giảm điện trở nội của tụ để lọc tần số cao do chân SW gây nên. giảm nhiệt gây ra tốt hơn khi dùng 1 tụ</a:t>
            </a:r>
            <a:r>
              <a:rPr lang="en-US" dirty="0"/>
              <a:t> </a:t>
            </a:r>
            <a:r>
              <a:rPr lang="en-US" b="1" dirty="0" err="1"/>
              <a:t>Giảm</a:t>
            </a:r>
            <a:r>
              <a:rPr lang="en-US" b="1" dirty="0"/>
              <a:t> </a:t>
            </a:r>
            <a:r>
              <a:rPr lang="en-US" b="1" dirty="0" err="1"/>
              <a:t>Điện</a:t>
            </a:r>
            <a:r>
              <a:rPr lang="en-US" b="1" dirty="0"/>
              <a:t> </a:t>
            </a:r>
            <a:r>
              <a:rPr lang="en-US" b="1" dirty="0" err="1"/>
              <a:t>trở</a:t>
            </a:r>
            <a:r>
              <a:rPr lang="en-US" b="1" dirty="0"/>
              <a:t> </a:t>
            </a:r>
            <a:r>
              <a:rPr lang="en-US" b="1" dirty="0" err="1"/>
              <a:t>Nội</a:t>
            </a:r>
            <a:r>
              <a:rPr lang="en-US" b="1" dirty="0"/>
              <a:t> (ESR)</a:t>
            </a:r>
          </a:p>
          <a:p>
            <a:r>
              <a:rPr lang="en-US" b="1" dirty="0" err="1"/>
              <a:t>Vấn</a:t>
            </a:r>
            <a:r>
              <a:rPr lang="en-US" b="1" dirty="0"/>
              <a:t> </a:t>
            </a:r>
            <a:r>
              <a:rPr lang="en-US" b="1" dirty="0" err="1"/>
              <a:t>đề</a:t>
            </a:r>
            <a:r>
              <a:rPr lang="en-US" b="1" dirty="0"/>
              <a:t>:</a:t>
            </a:r>
            <a:r>
              <a:rPr lang="en-US" dirty="0"/>
              <a:t> </a:t>
            </a:r>
            <a:r>
              <a:rPr lang="en-US" dirty="0" err="1"/>
              <a:t>Mọi</a:t>
            </a:r>
            <a:r>
              <a:rPr lang="en-US" dirty="0"/>
              <a:t> </a:t>
            </a:r>
            <a:r>
              <a:rPr lang="en-US" dirty="0" err="1"/>
              <a:t>tụ</a:t>
            </a:r>
            <a:r>
              <a:rPr lang="en-US" dirty="0"/>
              <a:t> </a:t>
            </a:r>
            <a:r>
              <a:rPr lang="en-US" dirty="0" err="1"/>
              <a:t>điện</a:t>
            </a:r>
            <a:r>
              <a:rPr lang="en-US" dirty="0"/>
              <a:t> </a:t>
            </a:r>
            <a:r>
              <a:rPr lang="en-US" dirty="0" err="1"/>
              <a:t>đều</a:t>
            </a:r>
            <a:r>
              <a:rPr lang="en-US" dirty="0"/>
              <a:t> </a:t>
            </a:r>
            <a:r>
              <a:rPr lang="en-US" dirty="0" err="1"/>
              <a:t>có</a:t>
            </a:r>
            <a:r>
              <a:rPr lang="en-US" dirty="0"/>
              <a:t> </a:t>
            </a:r>
            <a:r>
              <a:rPr lang="en-US" dirty="0" err="1"/>
              <a:t>một</a:t>
            </a:r>
            <a:r>
              <a:rPr lang="en-US" dirty="0"/>
              <a:t> </a:t>
            </a:r>
            <a:r>
              <a:rPr lang="en-US" dirty="0" err="1"/>
              <a:t>điện</a:t>
            </a:r>
            <a:r>
              <a:rPr lang="en-US" dirty="0"/>
              <a:t> </a:t>
            </a:r>
            <a:r>
              <a:rPr lang="en-US" dirty="0" err="1"/>
              <a:t>trở</a:t>
            </a:r>
            <a:r>
              <a:rPr lang="en-US" dirty="0"/>
              <a:t> </a:t>
            </a:r>
            <a:r>
              <a:rPr lang="en-US" dirty="0" err="1"/>
              <a:t>nội</a:t>
            </a:r>
            <a:r>
              <a:rPr lang="en-US" dirty="0"/>
              <a:t> </a:t>
            </a:r>
            <a:r>
              <a:rPr lang="en-US" dirty="0" err="1"/>
              <a:t>nhỏ</a:t>
            </a:r>
            <a:r>
              <a:rPr lang="en-US" dirty="0"/>
              <a:t> (ESR). </a:t>
            </a:r>
            <a:r>
              <a:rPr lang="en-US" dirty="0" err="1"/>
              <a:t>Tụ</a:t>
            </a:r>
            <a:r>
              <a:rPr lang="en-US" dirty="0"/>
              <a:t> </a:t>
            </a:r>
            <a:r>
              <a:rPr lang="en-US" sz="1200" b="0" i="0" u="none" strike="noStrike" cap="none" dirty="0">
                <a:solidFill>
                  <a:schemeClr val="dk1"/>
                </a:solidFill>
                <a:latin typeface="Calibri"/>
                <a:ea typeface="Calibri"/>
                <a:cs typeface="Calibri"/>
                <a:sym typeface="Calibri"/>
              </a:rPr>
              <a:t>C2</a:t>
            </a:r>
            <a:r>
              <a:rPr lang="en-US" dirty="0"/>
              <a:t> (</a:t>
            </a:r>
            <a:r>
              <a:rPr lang="en-US" dirty="0" err="1"/>
              <a:t>tụ</a:t>
            </a:r>
            <a:r>
              <a:rPr lang="en-US" dirty="0"/>
              <a:t> </a:t>
            </a:r>
            <a:r>
              <a:rPr lang="en-US" dirty="0" err="1"/>
              <a:t>lọc</a:t>
            </a:r>
            <a:r>
              <a:rPr lang="en-US" dirty="0"/>
              <a:t> </a:t>
            </a:r>
            <a:r>
              <a:rPr lang="en-US" dirty="0" err="1"/>
              <a:t>đầu</a:t>
            </a:r>
            <a:r>
              <a:rPr lang="en-US" dirty="0"/>
              <a:t> </a:t>
            </a:r>
            <a:r>
              <a:rPr lang="en-US" dirty="0" err="1"/>
              <a:t>ra</a:t>
            </a:r>
            <a:r>
              <a:rPr lang="en-US" dirty="0"/>
              <a:t>) </a:t>
            </a:r>
            <a:r>
              <a:rPr lang="en-US" dirty="0" err="1"/>
              <a:t>phải</a:t>
            </a:r>
            <a:r>
              <a:rPr lang="en-US" dirty="0"/>
              <a:t> </a:t>
            </a:r>
            <a:r>
              <a:rPr lang="en-US" dirty="0" err="1"/>
              <a:t>xử</a:t>
            </a:r>
            <a:r>
              <a:rPr lang="en-US" dirty="0"/>
              <a:t> </a:t>
            </a:r>
            <a:r>
              <a:rPr lang="en-US" dirty="0" err="1"/>
              <a:t>lý</a:t>
            </a:r>
            <a:r>
              <a:rPr lang="en-US" dirty="0"/>
              <a:t> </a:t>
            </a:r>
            <a:r>
              <a:rPr lang="en-US" dirty="0" err="1"/>
              <a:t>một</a:t>
            </a:r>
            <a:r>
              <a:rPr lang="en-US" dirty="0"/>
              <a:t> </a:t>
            </a:r>
            <a:r>
              <a:rPr lang="en-US" b="1" dirty="0" err="1"/>
              <a:t>dòng</a:t>
            </a:r>
            <a:r>
              <a:rPr lang="en-US" b="1" dirty="0"/>
              <a:t> </a:t>
            </a:r>
            <a:r>
              <a:rPr lang="en-US" b="1" dirty="0" err="1"/>
              <a:t>gợn</a:t>
            </a:r>
            <a:r>
              <a:rPr lang="en-US" b="1" dirty="0"/>
              <a:t> (ripple current)</a:t>
            </a:r>
            <a:r>
              <a:rPr lang="en-US" dirty="0"/>
              <a:t> </a:t>
            </a:r>
            <a:r>
              <a:rPr lang="en-US" dirty="0" err="1"/>
              <a:t>rất</a:t>
            </a:r>
            <a:r>
              <a:rPr lang="en-US" dirty="0"/>
              <a:t> </a:t>
            </a:r>
            <a:r>
              <a:rPr lang="en-US" dirty="0" err="1"/>
              <a:t>lớn</a:t>
            </a:r>
            <a:r>
              <a:rPr lang="en-US" dirty="0"/>
              <a:t> ở </a:t>
            </a:r>
            <a:r>
              <a:rPr lang="en-US" dirty="0" err="1"/>
              <a:t>tần</a:t>
            </a:r>
            <a:r>
              <a:rPr lang="en-US" dirty="0"/>
              <a:t> </a:t>
            </a:r>
            <a:r>
              <a:rPr lang="en-US" dirty="0" err="1"/>
              <a:t>số</a:t>
            </a:r>
            <a:r>
              <a:rPr lang="en-US" dirty="0"/>
              <a:t> 500kHz. </a:t>
            </a:r>
            <a:r>
              <a:rPr lang="en-US" dirty="0" err="1"/>
              <a:t>Dòng</a:t>
            </a:r>
            <a:r>
              <a:rPr lang="en-US" dirty="0"/>
              <a:t> </a:t>
            </a:r>
            <a:r>
              <a:rPr lang="en-US" dirty="0" err="1"/>
              <a:t>điện</a:t>
            </a:r>
            <a:r>
              <a:rPr lang="en-US" dirty="0"/>
              <a:t> </a:t>
            </a:r>
            <a:r>
              <a:rPr lang="en-US" dirty="0" err="1"/>
              <a:t>này</a:t>
            </a:r>
            <a:r>
              <a:rPr lang="en-US" dirty="0"/>
              <a:t> </a:t>
            </a:r>
            <a:r>
              <a:rPr lang="en-US" dirty="0" err="1"/>
              <a:t>khi</a:t>
            </a:r>
            <a:r>
              <a:rPr lang="en-US" dirty="0"/>
              <a:t> </a:t>
            </a:r>
            <a:r>
              <a:rPr lang="en-US" dirty="0" err="1"/>
              <a:t>đi</a:t>
            </a:r>
            <a:r>
              <a:rPr lang="en-US" dirty="0"/>
              <a:t> qua ESR </a:t>
            </a:r>
            <a:r>
              <a:rPr lang="en-US" dirty="0" err="1"/>
              <a:t>sẽ</a:t>
            </a:r>
            <a:r>
              <a:rPr lang="en-US" dirty="0"/>
              <a:t> </a:t>
            </a:r>
            <a:r>
              <a:rPr lang="en-US" dirty="0" err="1"/>
              <a:t>sinh</a:t>
            </a:r>
            <a:r>
              <a:rPr lang="en-US" dirty="0"/>
              <a:t> </a:t>
            </a:r>
            <a:r>
              <a:rPr lang="en-US" dirty="0" err="1"/>
              <a:t>nhiệt</a:t>
            </a:r>
            <a:r>
              <a:rPr lang="en-US" dirty="0"/>
              <a:t> </a:t>
            </a:r>
          </a:p>
          <a:p>
            <a:r>
              <a:rPr lang="en-US" dirty="0"/>
              <a:t>2 </a:t>
            </a:r>
            <a:r>
              <a:rPr lang="en-US" dirty="0" err="1"/>
              <a:t>tụ</a:t>
            </a:r>
            <a:r>
              <a:rPr lang="en-US" dirty="0"/>
              <a:t> </a:t>
            </a:r>
            <a:r>
              <a:rPr lang="en-US" dirty="0" err="1"/>
              <a:t>điện</a:t>
            </a:r>
            <a:r>
              <a:rPr lang="en-US" dirty="0"/>
              <a:t> </a:t>
            </a:r>
            <a:r>
              <a:rPr lang="en-US" dirty="0" err="1"/>
              <a:t>giống</a:t>
            </a:r>
            <a:r>
              <a:rPr lang="en-US" dirty="0"/>
              <a:t> </a:t>
            </a:r>
            <a:r>
              <a:rPr lang="en-US" dirty="0" err="1"/>
              <a:t>hệt</a:t>
            </a:r>
            <a:r>
              <a:rPr lang="en-US" dirty="0"/>
              <a:t> </a:t>
            </a:r>
            <a:r>
              <a:rPr lang="en-US" dirty="0" err="1"/>
              <a:t>nhau</a:t>
            </a:r>
            <a:r>
              <a:rPr lang="en-US" dirty="0"/>
              <a:t> song </a:t>
            </a:r>
            <a:r>
              <a:rPr lang="en-US" dirty="0" err="1"/>
              <a:t>song</a:t>
            </a:r>
            <a:r>
              <a:rPr lang="en-US" dirty="0"/>
              <a:t>, </a:t>
            </a:r>
            <a:r>
              <a:rPr lang="en-US" dirty="0" err="1"/>
              <a:t>tổng</a:t>
            </a:r>
            <a:r>
              <a:rPr lang="en-US" dirty="0"/>
              <a:t> </a:t>
            </a:r>
            <a:r>
              <a:rPr lang="en-US" dirty="0" err="1"/>
              <a:t>điện</a:t>
            </a:r>
            <a:r>
              <a:rPr lang="en-US" dirty="0"/>
              <a:t> dung </a:t>
            </a:r>
            <a:r>
              <a:rPr lang="en-US" dirty="0" err="1"/>
              <a:t>tăng</a:t>
            </a:r>
            <a:r>
              <a:rPr lang="en-US" dirty="0"/>
              <a:t> </a:t>
            </a:r>
            <a:r>
              <a:rPr lang="en-US" dirty="0" err="1"/>
              <a:t>gấp</a:t>
            </a:r>
            <a:r>
              <a:rPr lang="en-US" dirty="0"/>
              <a:t> </a:t>
            </a:r>
            <a:r>
              <a:rPr lang="en-US" dirty="0" err="1"/>
              <a:t>đôi</a:t>
            </a:r>
            <a:r>
              <a:rPr lang="en-US" dirty="0"/>
              <a:t> </a:t>
            </a:r>
            <a:r>
              <a:rPr lang="vi-VN" dirty="0"/>
              <a:t>nhưng tổng ESR sẽ </a:t>
            </a:r>
            <a:r>
              <a:rPr lang="vi-VN" b="1" dirty="0"/>
              <a:t>giảm đi một nửa</a:t>
            </a:r>
            <a:endParaRPr lang="en-US" b="1" dirty="0"/>
          </a:p>
          <a:p>
            <a:r>
              <a:rPr lang="en-US" b="1" dirty="0" err="1"/>
              <a:t>Giảm</a:t>
            </a:r>
            <a:r>
              <a:rPr lang="en-US" b="1" dirty="0"/>
              <a:t> </a:t>
            </a:r>
            <a:r>
              <a:rPr lang="en-US" b="1" dirty="0" err="1"/>
              <a:t>Điện</a:t>
            </a:r>
            <a:r>
              <a:rPr lang="en-US" b="1" dirty="0"/>
              <a:t> </a:t>
            </a:r>
            <a:r>
              <a:rPr lang="en-US" b="1" dirty="0" err="1"/>
              <a:t>cảm</a:t>
            </a:r>
            <a:r>
              <a:rPr lang="en-US" b="1" dirty="0"/>
              <a:t> </a:t>
            </a:r>
            <a:r>
              <a:rPr lang="en-US" b="1" dirty="0" err="1"/>
              <a:t>Nội</a:t>
            </a:r>
            <a:r>
              <a:rPr lang="en-US" b="1" dirty="0"/>
              <a:t> (ESL) </a:t>
            </a:r>
            <a:r>
              <a:rPr lang="en-US" dirty="0" err="1"/>
              <a:t>điện</a:t>
            </a:r>
            <a:r>
              <a:rPr lang="en-US" dirty="0"/>
              <a:t> </a:t>
            </a:r>
            <a:r>
              <a:rPr lang="en-US" dirty="0" err="1"/>
              <a:t>cảm</a:t>
            </a:r>
            <a:r>
              <a:rPr lang="en-US" dirty="0"/>
              <a:t> </a:t>
            </a:r>
            <a:r>
              <a:rPr lang="en-US" dirty="0" err="1"/>
              <a:t>này</a:t>
            </a:r>
            <a:r>
              <a:rPr lang="en-US" dirty="0"/>
              <a:t> </a:t>
            </a:r>
            <a:r>
              <a:rPr lang="en-US" dirty="0" err="1"/>
              <a:t>sẽ</a:t>
            </a:r>
            <a:r>
              <a:rPr lang="en-US" dirty="0"/>
              <a:t> </a:t>
            </a:r>
            <a:r>
              <a:rPr lang="en-US" dirty="0" err="1"/>
              <a:t>tạo</a:t>
            </a:r>
            <a:r>
              <a:rPr lang="en-US" dirty="0"/>
              <a:t> </a:t>
            </a:r>
            <a:r>
              <a:rPr lang="en-US" dirty="0" err="1"/>
              <a:t>ra</a:t>
            </a:r>
            <a:r>
              <a:rPr lang="en-US" dirty="0"/>
              <a:t> </a:t>
            </a:r>
            <a:r>
              <a:rPr lang="en-US" dirty="0" err="1"/>
              <a:t>trở</a:t>
            </a:r>
            <a:r>
              <a:rPr lang="en-US" dirty="0"/>
              <a:t> </a:t>
            </a:r>
            <a:r>
              <a:rPr lang="en-US" dirty="0" err="1"/>
              <a:t>kháng</a:t>
            </a:r>
            <a:r>
              <a:rPr lang="en-US" dirty="0"/>
              <a:t> </a:t>
            </a:r>
            <a:r>
              <a:rPr lang="en-US" dirty="0" err="1"/>
              <a:t>wL</a:t>
            </a:r>
            <a:r>
              <a:rPr lang="en-US" dirty="0"/>
              <a:t> </a:t>
            </a:r>
            <a:r>
              <a:rPr lang="en-US" dirty="0" err="1"/>
              <a:t>cản</a:t>
            </a:r>
            <a:r>
              <a:rPr lang="en-US" dirty="0"/>
              <a:t> </a:t>
            </a:r>
            <a:r>
              <a:rPr lang="en-US" dirty="0" err="1"/>
              <a:t>trở</a:t>
            </a:r>
            <a:r>
              <a:rPr lang="en-US" dirty="0"/>
              <a:t> </a:t>
            </a:r>
            <a:r>
              <a:rPr lang="en-US" dirty="0" err="1"/>
              <a:t>khả</a:t>
            </a:r>
            <a:r>
              <a:rPr lang="en-US" dirty="0"/>
              <a:t> </a:t>
            </a:r>
            <a:r>
              <a:rPr lang="en-US" dirty="0" err="1"/>
              <a:t>năng</a:t>
            </a:r>
            <a:r>
              <a:rPr lang="en-US" dirty="0"/>
              <a:t> </a:t>
            </a:r>
            <a:r>
              <a:rPr lang="en-US" dirty="0" err="1"/>
              <a:t>lọc</a:t>
            </a:r>
            <a:r>
              <a:rPr lang="en-US" dirty="0"/>
              <a:t> </a:t>
            </a:r>
            <a:r>
              <a:rPr lang="en-US" dirty="0" err="1"/>
              <a:t>nhiễu</a:t>
            </a:r>
            <a:r>
              <a:rPr lang="en-US" dirty="0"/>
              <a:t> </a:t>
            </a:r>
            <a:r>
              <a:rPr lang="en-US" dirty="0" err="1"/>
              <a:t>tần</a:t>
            </a:r>
            <a:r>
              <a:rPr lang="en-US" dirty="0"/>
              <a:t> </a:t>
            </a:r>
            <a:r>
              <a:rPr lang="en-US" dirty="0" err="1"/>
              <a:t>số</a:t>
            </a:r>
            <a:r>
              <a:rPr lang="en-US" dirty="0"/>
              <a:t> </a:t>
            </a:r>
            <a:r>
              <a:rPr lang="en-US" dirty="0" err="1"/>
              <a:t>cao</a:t>
            </a:r>
            <a:r>
              <a:rPr lang="en-US" dirty="0"/>
              <a:t> </a:t>
            </a:r>
            <a:r>
              <a:rPr lang="en-US" dirty="0" err="1"/>
              <a:t>của</a:t>
            </a:r>
            <a:r>
              <a:rPr lang="en-US" dirty="0"/>
              <a:t> </a:t>
            </a:r>
            <a:r>
              <a:rPr lang="en-US" dirty="0" err="1"/>
              <a:t>tụ</a:t>
            </a:r>
            <a:r>
              <a:rPr lang="en-US" dirty="0"/>
              <a:t>.</a:t>
            </a:r>
          </a:p>
          <a:p>
            <a:endParaRPr lang="vi-VN" b="1" dirty="0"/>
          </a:p>
          <a:p>
            <a:r>
              <a:rPr lang="vi-VN" b="1" dirty="0"/>
              <a:t>C4 tụ bù phản hồi: </a:t>
            </a:r>
            <a:r>
              <a:rPr lang="vi-VN" dirty="0"/>
              <a:t>giúp ổn định vòng hồi tiếp , tránh giao động</a:t>
            </a:r>
            <a:r>
              <a:rPr lang="en-US" dirty="0"/>
              <a:t> </a:t>
            </a:r>
            <a:r>
              <a:rPr lang="vi-VN" dirty="0"/>
              <a:t>Nó tạo ra một đường đi "tắt" cho các tín hiệu </a:t>
            </a:r>
            <a:r>
              <a:rPr lang="vi-VN" b="1" dirty="0"/>
              <a:t>tần số cao</a:t>
            </a:r>
            <a:r>
              <a:rPr lang="vi-VN" dirty="0"/>
              <a:t> (như nhiễu gợn ở VOUT hoặc các thay đổi đột ngột của tải)</a:t>
            </a:r>
            <a:endParaRPr lang="en-US" dirty="0"/>
          </a:p>
          <a:p>
            <a:r>
              <a:rPr lang="vi-VN" dirty="0"/>
              <a:t>đi thẳng từ </a:t>
            </a:r>
            <a:r>
              <a:rPr lang="vi-VN" sz="1200" b="0" i="0" u="none" strike="noStrike" cap="none" dirty="0">
                <a:solidFill>
                  <a:schemeClr val="dk1"/>
                </a:solidFill>
                <a:latin typeface="Calibri"/>
                <a:ea typeface="Calibri"/>
                <a:cs typeface="Calibri"/>
                <a:sym typeface="Calibri"/>
              </a:rPr>
              <a:t>VOUT</a:t>
            </a:r>
            <a:r>
              <a:rPr lang="vi-VN" dirty="0"/>
              <a:t> đến chân </a:t>
            </a:r>
            <a:r>
              <a:rPr lang="vi-VN" sz="1200" b="0" i="0" u="none" strike="noStrike" cap="none" dirty="0">
                <a:solidFill>
                  <a:schemeClr val="dk1"/>
                </a:solidFill>
                <a:latin typeface="Calibri"/>
                <a:ea typeface="Calibri"/>
                <a:cs typeface="Calibri"/>
                <a:sym typeface="Calibri"/>
              </a:rPr>
              <a:t>FB</a:t>
            </a:r>
            <a:r>
              <a:rPr lang="vi-VN" dirty="0"/>
              <a:t>, bỏ qua </a:t>
            </a:r>
            <a:r>
              <a:rPr lang="vi-VN" sz="1200" b="0" i="0" u="none" strike="noStrike" cap="none" dirty="0">
                <a:solidFill>
                  <a:schemeClr val="dk1"/>
                </a:solidFill>
                <a:latin typeface="Calibri"/>
                <a:ea typeface="Calibri"/>
                <a:cs typeface="Calibri"/>
                <a:sym typeface="Calibri"/>
              </a:rPr>
              <a:t>R1</a:t>
            </a:r>
            <a:r>
              <a:rPr lang="vi-VN" dirty="0"/>
              <a:t>.</a:t>
            </a:r>
            <a:r>
              <a:rPr lang="en-US" dirty="0"/>
              <a:t> </a:t>
            </a:r>
            <a:r>
              <a:rPr lang="vi-VN" sz="1200" b="0" i="0" u="none" strike="noStrike" cap="none" dirty="0">
                <a:solidFill>
                  <a:schemeClr val="dk1"/>
                </a:solidFill>
                <a:latin typeface="Calibri"/>
                <a:ea typeface="Calibri"/>
                <a:cs typeface="Calibri"/>
                <a:sym typeface="Calibri"/>
              </a:rPr>
              <a:t>C4</a:t>
            </a:r>
            <a:r>
              <a:rPr lang="vi-VN" dirty="0"/>
              <a:t> giúp vòng lặp phản hồi của IC "nhìn thấy" và </a:t>
            </a:r>
            <a:r>
              <a:rPr lang="vi-VN" b="1" dirty="0"/>
              <a:t>phản ứng với các thay đổi ở đầu ra một cách nhanh hơn</a:t>
            </a:r>
            <a:r>
              <a:rPr lang="vi-VN" dirty="0"/>
              <a:t>.</a:t>
            </a:r>
            <a:endParaRPr lang="en-US" dirty="0"/>
          </a:p>
          <a:p>
            <a:r>
              <a:rPr lang="vi-VN" dirty="0"/>
              <a:t>Điều này cải thiện độ ổn định và đáp ứng tức thời của bộ nguồn, giúp điện áp VOUT ít bị sụt hoặc vọt khi tải thay đổi đột ngột.</a:t>
            </a:r>
            <a:endParaRPr lang="en-US" dirty="0"/>
          </a:p>
          <a:p>
            <a:endParaRPr lang="vi-VN" dirty="0"/>
          </a:p>
          <a:p>
            <a:r>
              <a:rPr lang="en-US" b="1" dirty="0"/>
              <a:t>C</a:t>
            </a:r>
            <a:r>
              <a:rPr lang="vi-VN" b="1" dirty="0"/>
              <a:t>uộn L: </a:t>
            </a:r>
            <a:r>
              <a:rPr lang="en-US" dirty="0"/>
              <a:t>Lưu </a:t>
            </a:r>
            <a:r>
              <a:rPr lang="en-US" dirty="0" err="1"/>
              <a:t>trữ</a:t>
            </a:r>
            <a:r>
              <a:rPr lang="en-US" dirty="0"/>
              <a:t> </a:t>
            </a:r>
            <a:r>
              <a:rPr lang="en-US" dirty="0" err="1"/>
              <a:t>năng</a:t>
            </a:r>
            <a:r>
              <a:rPr lang="en-US" dirty="0"/>
              <a:t> </a:t>
            </a:r>
            <a:r>
              <a:rPr lang="en-US" dirty="0" err="1"/>
              <a:t>lượng</a:t>
            </a:r>
            <a:r>
              <a:rPr lang="en-US" dirty="0"/>
              <a:t> </a:t>
            </a:r>
            <a:r>
              <a:rPr lang="en-US" dirty="0" err="1"/>
              <a:t>và</a:t>
            </a:r>
            <a:r>
              <a:rPr lang="en-US" dirty="0"/>
              <a:t> </a:t>
            </a:r>
            <a:r>
              <a:rPr lang="vi-VN" dirty="0"/>
              <a:t>nhận xung pWm rồi chuyển thành dòng điện</a:t>
            </a:r>
            <a:endParaRPr lang="en-US"/>
          </a:p>
          <a:p>
            <a:endParaRPr lang="vi-VN" dirty="0"/>
          </a:p>
          <a:p>
            <a:r>
              <a:rPr lang="vi-VN" dirty="0"/>
              <a:t>C1: lọc nhiễu và cung cấp điện áp tức thời cho mosfet</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87189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5"/>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3000">
                <a:solidFill>
                  <a:srgbClr val="FFFF00"/>
                </a:solidFill>
                <a:latin typeface="Arial"/>
                <a:ea typeface="Arial"/>
                <a:cs typeface="Arial"/>
                <a:sym typeface="Aria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15"/>
          <p:cNvSpPr txBox="1">
            <a:spLocks noGrp="1"/>
          </p:cNvSpPr>
          <p:nvPr>
            <p:ph type="body" idx="1"/>
          </p:nvPr>
        </p:nvSpPr>
        <p:spPr>
          <a:xfrm>
            <a:off x="457200" y="1323105"/>
            <a:ext cx="8229600" cy="4678363"/>
          </a:xfrm>
          <a:prstGeom prst="rect">
            <a:avLst/>
          </a:prstGeom>
          <a:noFill/>
          <a:ln>
            <a:noFill/>
          </a:ln>
        </p:spPr>
        <p:txBody>
          <a:bodyPr spcFirstLastPara="1" wrap="square" lIns="91425" tIns="45700" rIns="91425" bIns="45700" anchor="t" anchorCtr="0">
            <a:noAutofit/>
          </a:bodyPr>
          <a:lstStyle>
            <a:lvl1pPr marL="457200" lvl="0" indent="-393700" algn="l">
              <a:spcBef>
                <a:spcPts val="100"/>
              </a:spcBef>
              <a:spcAft>
                <a:spcPts val="0"/>
              </a:spcAft>
              <a:buClr>
                <a:srgbClr val="0C0C0C"/>
              </a:buClr>
              <a:buSzPts val="2600"/>
              <a:buFont typeface="Noto Sans Symbols"/>
              <a:buChar char="❑"/>
              <a:defRPr sz="2600" b="1">
                <a:solidFill>
                  <a:srgbClr val="0C0C0C"/>
                </a:solidFill>
                <a:latin typeface="Arial"/>
                <a:ea typeface="Arial"/>
                <a:cs typeface="Arial"/>
                <a:sym typeface="Arial"/>
              </a:defRPr>
            </a:lvl1pPr>
            <a:lvl2pPr marL="914400" lvl="1" indent="-381000" algn="l">
              <a:spcBef>
                <a:spcPts val="300"/>
              </a:spcBef>
              <a:spcAft>
                <a:spcPts val="0"/>
              </a:spcAft>
              <a:buClr>
                <a:schemeClr val="dk1"/>
              </a:buClr>
              <a:buSzPts val="2400"/>
              <a:buChar char="–"/>
              <a:defRPr sz="2400">
                <a:solidFill>
                  <a:schemeClr val="dk1"/>
                </a:solidFill>
              </a:defRPr>
            </a:lvl2pPr>
            <a:lvl3pPr marL="1371600" lvl="2" indent="-381000" algn="l">
              <a:spcBef>
                <a:spcPts val="300"/>
              </a:spcBef>
              <a:spcAft>
                <a:spcPts val="0"/>
              </a:spcAft>
              <a:buClr>
                <a:schemeClr val="dk1"/>
              </a:buClr>
              <a:buSzPts val="2400"/>
              <a:buChar char="•"/>
              <a:defRPr sz="2400">
                <a:solidFill>
                  <a:schemeClr val="dk1"/>
                </a:solidFill>
              </a:defRPr>
            </a:lvl3pPr>
            <a:lvl4pPr marL="1828800" lvl="3" indent="-381000" algn="l">
              <a:spcBef>
                <a:spcPts val="300"/>
              </a:spcBef>
              <a:spcAft>
                <a:spcPts val="0"/>
              </a:spcAft>
              <a:buClr>
                <a:schemeClr val="dk1"/>
              </a:buClr>
              <a:buSzPts val="2400"/>
              <a:buChar char="–"/>
              <a:defRPr sz="2400">
                <a:solidFill>
                  <a:schemeClr val="dk1"/>
                </a:solidFill>
              </a:defRPr>
            </a:lvl4pPr>
            <a:lvl5pPr marL="2286000" lvl="4" indent="-355600" algn="l">
              <a:spcBef>
                <a:spcPts val="300"/>
              </a:spcBef>
              <a:spcAft>
                <a:spcPts val="0"/>
              </a:spcAft>
              <a:buClr>
                <a:schemeClr val="dk1"/>
              </a:buClr>
              <a:buSzPts val="2000"/>
              <a:buChar char="»"/>
              <a:defRPr sz="2000">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 name="Google Shape;18;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800" b="0" i="0" u="none" strike="noStrike" cap="none">
                <a:solidFill>
                  <a:srgbClr val="0000FF"/>
                </a:solidFill>
                <a:latin typeface="Arial"/>
                <a:ea typeface="Arial"/>
                <a:cs typeface="Arial"/>
                <a:sym typeface="Arial"/>
              </a:defRPr>
            </a:lvl1pPr>
            <a:lvl2pPr marL="0" marR="0" lvl="1" indent="0" algn="r">
              <a:spcBef>
                <a:spcPts val="0"/>
              </a:spcBef>
              <a:spcAft>
                <a:spcPts val="0"/>
              </a:spcAft>
              <a:buNone/>
              <a:defRPr sz="1800" b="0" i="0" u="none" strike="noStrike" cap="none">
                <a:solidFill>
                  <a:srgbClr val="0000FF"/>
                </a:solidFill>
                <a:latin typeface="Arial"/>
                <a:ea typeface="Arial"/>
                <a:cs typeface="Arial"/>
                <a:sym typeface="Arial"/>
              </a:defRPr>
            </a:lvl2pPr>
            <a:lvl3pPr marL="0" marR="0" lvl="2" indent="0" algn="r">
              <a:spcBef>
                <a:spcPts val="0"/>
              </a:spcBef>
              <a:spcAft>
                <a:spcPts val="0"/>
              </a:spcAft>
              <a:buNone/>
              <a:defRPr sz="1800" b="0" i="0" u="none" strike="noStrike" cap="none">
                <a:solidFill>
                  <a:srgbClr val="0000FF"/>
                </a:solidFill>
                <a:latin typeface="Arial"/>
                <a:ea typeface="Arial"/>
                <a:cs typeface="Arial"/>
                <a:sym typeface="Arial"/>
              </a:defRPr>
            </a:lvl3pPr>
            <a:lvl4pPr marL="0" marR="0" lvl="3" indent="0" algn="r">
              <a:spcBef>
                <a:spcPts val="0"/>
              </a:spcBef>
              <a:spcAft>
                <a:spcPts val="0"/>
              </a:spcAft>
              <a:buNone/>
              <a:defRPr sz="1800" b="0" i="0" u="none" strike="noStrike" cap="none">
                <a:solidFill>
                  <a:srgbClr val="0000FF"/>
                </a:solidFill>
                <a:latin typeface="Arial"/>
                <a:ea typeface="Arial"/>
                <a:cs typeface="Arial"/>
                <a:sym typeface="Arial"/>
              </a:defRPr>
            </a:lvl4pPr>
            <a:lvl5pPr marL="0" marR="0" lvl="4" indent="0" algn="r">
              <a:spcBef>
                <a:spcPts val="0"/>
              </a:spcBef>
              <a:spcAft>
                <a:spcPts val="0"/>
              </a:spcAft>
              <a:buNone/>
              <a:defRPr sz="1800" b="0" i="0" u="none" strike="noStrike" cap="none">
                <a:solidFill>
                  <a:srgbClr val="0000FF"/>
                </a:solidFill>
                <a:latin typeface="Arial"/>
                <a:ea typeface="Arial"/>
                <a:cs typeface="Arial"/>
                <a:sym typeface="Arial"/>
              </a:defRPr>
            </a:lvl5pPr>
            <a:lvl6pPr marL="0" marR="0" lvl="5" indent="0" algn="r">
              <a:spcBef>
                <a:spcPts val="0"/>
              </a:spcBef>
              <a:spcAft>
                <a:spcPts val="0"/>
              </a:spcAft>
              <a:buNone/>
              <a:defRPr sz="1800" b="0" i="0" u="none" strike="noStrike" cap="none">
                <a:solidFill>
                  <a:srgbClr val="0000FF"/>
                </a:solidFill>
                <a:latin typeface="Arial"/>
                <a:ea typeface="Arial"/>
                <a:cs typeface="Arial"/>
                <a:sym typeface="Arial"/>
              </a:defRPr>
            </a:lvl6pPr>
            <a:lvl7pPr marL="0" marR="0" lvl="6" indent="0" algn="r">
              <a:spcBef>
                <a:spcPts val="0"/>
              </a:spcBef>
              <a:spcAft>
                <a:spcPts val="0"/>
              </a:spcAft>
              <a:buNone/>
              <a:defRPr sz="1800" b="0" i="0" u="none" strike="noStrike" cap="none">
                <a:solidFill>
                  <a:srgbClr val="0000FF"/>
                </a:solidFill>
                <a:latin typeface="Arial"/>
                <a:ea typeface="Arial"/>
                <a:cs typeface="Arial"/>
                <a:sym typeface="Arial"/>
              </a:defRPr>
            </a:lvl7pPr>
            <a:lvl8pPr marL="0" marR="0" lvl="7" indent="0" algn="r">
              <a:spcBef>
                <a:spcPts val="0"/>
              </a:spcBef>
              <a:spcAft>
                <a:spcPts val="0"/>
              </a:spcAft>
              <a:buNone/>
              <a:defRPr sz="1800" b="0" i="0" u="none" strike="noStrike" cap="none">
                <a:solidFill>
                  <a:srgbClr val="0000FF"/>
                </a:solidFill>
                <a:latin typeface="Arial"/>
                <a:ea typeface="Arial"/>
                <a:cs typeface="Arial"/>
                <a:sym typeface="Arial"/>
              </a:defRPr>
            </a:lvl8pPr>
            <a:lvl9pPr marL="0" marR="0" lvl="8" indent="0" algn="r">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002060"/>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1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100"/>
              </a:spcBef>
              <a:spcAft>
                <a:spcPts val="0"/>
              </a:spcAft>
              <a:buClr>
                <a:srgbClr val="888888"/>
              </a:buClr>
              <a:buSzPts val="2800"/>
              <a:buNone/>
              <a:defRPr>
                <a:solidFill>
                  <a:srgbClr val="888888"/>
                </a:solidFill>
              </a:defRPr>
            </a:lvl1pPr>
            <a:lvl2pPr lvl="1" algn="ctr">
              <a:spcBef>
                <a:spcPts val="300"/>
              </a:spcBef>
              <a:spcAft>
                <a:spcPts val="0"/>
              </a:spcAft>
              <a:buClr>
                <a:srgbClr val="888888"/>
              </a:buClr>
              <a:buSzPts val="2400"/>
              <a:buNone/>
              <a:defRPr>
                <a:solidFill>
                  <a:srgbClr val="888888"/>
                </a:solidFill>
              </a:defRPr>
            </a:lvl2pPr>
            <a:lvl3pPr lvl="2" algn="ctr">
              <a:spcBef>
                <a:spcPts val="300"/>
              </a:spcBef>
              <a:spcAft>
                <a:spcPts val="0"/>
              </a:spcAft>
              <a:buClr>
                <a:srgbClr val="888888"/>
              </a:buClr>
              <a:buSzPts val="2000"/>
              <a:buNone/>
              <a:defRPr>
                <a:solidFill>
                  <a:srgbClr val="888888"/>
                </a:solidFill>
              </a:defRPr>
            </a:lvl3pPr>
            <a:lvl4pPr lvl="3" algn="ctr">
              <a:spcBef>
                <a:spcPts val="300"/>
              </a:spcBef>
              <a:spcAft>
                <a:spcPts val="0"/>
              </a:spcAft>
              <a:buClr>
                <a:srgbClr val="888888"/>
              </a:buClr>
              <a:buSzPts val="2000"/>
              <a:buNone/>
              <a:defRPr>
                <a:solidFill>
                  <a:srgbClr val="888888"/>
                </a:solidFill>
              </a:defRPr>
            </a:lvl4pPr>
            <a:lvl5pPr lvl="4" algn="ctr">
              <a:spcBef>
                <a:spcPts val="3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4" name="Google Shape;24;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a:solidFill>
                  <a:srgbClr val="0000FF"/>
                </a:solidFill>
                <a:latin typeface="Arial"/>
                <a:ea typeface="Arial"/>
                <a:cs typeface="Arial"/>
                <a:sym typeface="Arial"/>
              </a:defRPr>
            </a:lvl1pPr>
            <a:lvl2pPr marL="0" marR="0" lvl="1" indent="0" algn="r">
              <a:spcBef>
                <a:spcPts val="0"/>
              </a:spcBef>
              <a:spcAft>
                <a:spcPts val="0"/>
              </a:spcAft>
              <a:buNone/>
              <a:defRPr>
                <a:solidFill>
                  <a:srgbClr val="0000FF"/>
                </a:solidFill>
                <a:latin typeface="Arial"/>
                <a:ea typeface="Arial"/>
                <a:cs typeface="Arial"/>
                <a:sym typeface="Arial"/>
              </a:defRPr>
            </a:lvl2pPr>
            <a:lvl3pPr marL="0" marR="0" lvl="2" indent="0" algn="r">
              <a:spcBef>
                <a:spcPts val="0"/>
              </a:spcBef>
              <a:spcAft>
                <a:spcPts val="0"/>
              </a:spcAft>
              <a:buNone/>
              <a:defRPr>
                <a:solidFill>
                  <a:srgbClr val="0000FF"/>
                </a:solidFill>
                <a:latin typeface="Arial"/>
                <a:ea typeface="Arial"/>
                <a:cs typeface="Arial"/>
                <a:sym typeface="Arial"/>
              </a:defRPr>
            </a:lvl3pPr>
            <a:lvl4pPr marL="0" marR="0" lvl="3" indent="0" algn="r">
              <a:spcBef>
                <a:spcPts val="0"/>
              </a:spcBef>
              <a:spcAft>
                <a:spcPts val="0"/>
              </a:spcAft>
              <a:buNone/>
              <a:defRPr>
                <a:solidFill>
                  <a:srgbClr val="0000FF"/>
                </a:solidFill>
                <a:latin typeface="Arial"/>
                <a:ea typeface="Arial"/>
                <a:cs typeface="Arial"/>
                <a:sym typeface="Arial"/>
              </a:defRPr>
            </a:lvl4pPr>
            <a:lvl5pPr marL="0" marR="0" lvl="4" indent="0" algn="r">
              <a:spcBef>
                <a:spcPts val="0"/>
              </a:spcBef>
              <a:spcAft>
                <a:spcPts val="0"/>
              </a:spcAft>
              <a:buNone/>
              <a:defRPr>
                <a:solidFill>
                  <a:srgbClr val="0000FF"/>
                </a:solidFill>
                <a:latin typeface="Arial"/>
                <a:ea typeface="Arial"/>
                <a:cs typeface="Arial"/>
                <a:sym typeface="Arial"/>
              </a:defRPr>
            </a:lvl5pPr>
            <a:lvl6pPr marL="0" marR="0" lvl="5" indent="0" algn="r">
              <a:spcBef>
                <a:spcPts val="0"/>
              </a:spcBef>
              <a:spcAft>
                <a:spcPts val="0"/>
              </a:spcAft>
              <a:buNone/>
              <a:defRPr>
                <a:solidFill>
                  <a:srgbClr val="0000FF"/>
                </a:solidFill>
                <a:latin typeface="Arial"/>
                <a:ea typeface="Arial"/>
                <a:cs typeface="Arial"/>
                <a:sym typeface="Arial"/>
              </a:defRPr>
            </a:lvl6pPr>
            <a:lvl7pPr marL="0" marR="0" lvl="6" indent="0" algn="r">
              <a:spcBef>
                <a:spcPts val="0"/>
              </a:spcBef>
              <a:spcAft>
                <a:spcPts val="0"/>
              </a:spcAft>
              <a:buNone/>
              <a:defRPr>
                <a:solidFill>
                  <a:srgbClr val="0000FF"/>
                </a:solidFill>
                <a:latin typeface="Arial"/>
                <a:ea typeface="Arial"/>
                <a:cs typeface="Arial"/>
                <a:sym typeface="Arial"/>
              </a:defRPr>
            </a:lvl7pPr>
            <a:lvl8pPr marL="0" marR="0" lvl="7" indent="0" algn="r">
              <a:spcBef>
                <a:spcPts val="0"/>
              </a:spcBef>
              <a:spcAft>
                <a:spcPts val="0"/>
              </a:spcAft>
              <a:buNone/>
              <a:defRPr>
                <a:solidFill>
                  <a:srgbClr val="0000FF"/>
                </a:solidFill>
                <a:latin typeface="Arial"/>
                <a:ea typeface="Arial"/>
                <a:cs typeface="Arial"/>
                <a:sym typeface="Arial"/>
              </a:defRPr>
            </a:lvl8pPr>
            <a:lvl9pPr marL="0" marR="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pic>
        <p:nvPicPr>
          <p:cNvPr id="28" name="Google Shape;28;p17"/>
          <p:cNvPicPr preferRelativeResize="0"/>
          <p:nvPr/>
        </p:nvPicPr>
        <p:blipFill rotWithShape="1">
          <a:blip r:embed="rId2">
            <a:alphaModFix/>
          </a:blip>
          <a:srcRect t="8081" b="8861"/>
          <a:stretch/>
        </p:blipFill>
        <p:spPr>
          <a:xfrm>
            <a:off x="0" y="1131888"/>
            <a:ext cx="9144000" cy="5370512"/>
          </a:xfrm>
          <a:prstGeom prst="rect">
            <a:avLst/>
          </a:prstGeom>
          <a:noFill/>
          <a:ln>
            <a:noFill/>
          </a:ln>
        </p:spPr>
      </p:pic>
      <p:sp>
        <p:nvSpPr>
          <p:cNvPr id="29" name="Google Shape;29;p17"/>
          <p:cNvSpPr txBox="1">
            <a:spLocks noGrp="1"/>
          </p:cNvSpPr>
          <p:nvPr>
            <p:ph type="title"/>
          </p:nvPr>
        </p:nvSpPr>
        <p:spPr>
          <a:xfrm>
            <a:off x="0" y="2057400"/>
            <a:ext cx="9144000" cy="20574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sz="4000" b="1" cap="none">
                <a:solidFill>
                  <a:srgbClr val="FF0000"/>
                </a:solidFill>
                <a:latin typeface="Arial"/>
                <a:ea typeface="Arial"/>
                <a:cs typeface="Arial"/>
                <a:sym typeface="Aria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0" name="Google Shape;30;p17"/>
          <p:cNvSpPr txBox="1">
            <a:spLocks noGrp="1"/>
          </p:cNvSpPr>
          <p:nvPr>
            <p:ph type="body" idx="1"/>
          </p:nvPr>
        </p:nvSpPr>
        <p:spPr>
          <a:xfrm>
            <a:off x="457200" y="76200"/>
            <a:ext cx="7239000" cy="990600"/>
          </a:xfrm>
          <a:prstGeom prst="rect">
            <a:avLst/>
          </a:prstGeom>
          <a:noFill/>
          <a:ln>
            <a:noFill/>
          </a:ln>
        </p:spPr>
        <p:txBody>
          <a:bodyPr spcFirstLastPara="1" wrap="square" lIns="91425" tIns="45700" rIns="91425" bIns="45700" anchor="ctr" anchorCtr="0">
            <a:noAutofit/>
          </a:bodyPr>
          <a:lstStyle>
            <a:lvl1pPr marL="457200" lvl="0" indent="-228600" algn="l">
              <a:spcBef>
                <a:spcPts val="100"/>
              </a:spcBef>
              <a:spcAft>
                <a:spcPts val="0"/>
              </a:spcAft>
              <a:buClr>
                <a:srgbClr val="FFFF00"/>
              </a:buClr>
              <a:buSzPts val="3000"/>
              <a:buNone/>
              <a:defRPr sz="3000">
                <a:solidFill>
                  <a:srgbClr val="FFFF00"/>
                </a:solidFill>
                <a:latin typeface="Arial"/>
                <a:ea typeface="Arial"/>
                <a:cs typeface="Arial"/>
                <a:sym typeface="Arial"/>
              </a:defRPr>
            </a:lvl1pPr>
            <a:lvl2pPr marL="914400" lvl="1" indent="-228600" algn="l">
              <a:spcBef>
                <a:spcPts val="300"/>
              </a:spcBef>
              <a:spcAft>
                <a:spcPts val="0"/>
              </a:spcAft>
              <a:buClr>
                <a:srgbClr val="888888"/>
              </a:buClr>
              <a:buSzPts val="1800"/>
              <a:buNone/>
              <a:defRPr sz="1800">
                <a:solidFill>
                  <a:srgbClr val="888888"/>
                </a:solidFill>
              </a:defRPr>
            </a:lvl2pPr>
            <a:lvl3pPr marL="1371600" lvl="2" indent="-228600" algn="l">
              <a:spcBef>
                <a:spcPts val="300"/>
              </a:spcBef>
              <a:spcAft>
                <a:spcPts val="0"/>
              </a:spcAft>
              <a:buClr>
                <a:srgbClr val="888888"/>
              </a:buClr>
              <a:buSzPts val="1600"/>
              <a:buNone/>
              <a:defRPr sz="1600">
                <a:solidFill>
                  <a:srgbClr val="888888"/>
                </a:solidFill>
              </a:defRPr>
            </a:lvl3pPr>
            <a:lvl4pPr marL="1828800" lvl="3" indent="-228600" algn="l">
              <a:spcBef>
                <a:spcPts val="300"/>
              </a:spcBef>
              <a:spcAft>
                <a:spcPts val="0"/>
              </a:spcAft>
              <a:buClr>
                <a:srgbClr val="888888"/>
              </a:buClr>
              <a:buSzPts val="1400"/>
              <a:buNone/>
              <a:defRPr sz="1400">
                <a:solidFill>
                  <a:srgbClr val="888888"/>
                </a:solidFill>
              </a:defRPr>
            </a:lvl4pPr>
            <a:lvl5pPr marL="2286000" lvl="4" indent="-228600" algn="l">
              <a:spcBef>
                <a:spcPts val="300"/>
              </a:spcBef>
              <a:spcAft>
                <a:spcPts val="0"/>
              </a:spcAft>
              <a:buClr>
                <a:srgbClr val="888888"/>
              </a:buClr>
              <a:buSzPts val="1400"/>
              <a:buNone/>
              <a:defRPr sz="1400">
                <a:solidFill>
                  <a:srgbClr val="888888"/>
                </a:solidFill>
              </a:defRPr>
            </a:lvl5pPr>
            <a:lvl6pPr marL="2743200" lvl="5" indent="-228600" algn="l">
              <a:spcBef>
                <a:spcPts val="30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1" name="Google Shape;3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a:solidFill>
                  <a:srgbClr val="0000FF"/>
                </a:solidFill>
                <a:latin typeface="Arial"/>
                <a:ea typeface="Arial"/>
                <a:cs typeface="Arial"/>
                <a:sym typeface="Arial"/>
              </a:defRPr>
            </a:lvl1pPr>
            <a:lvl2pPr marL="0" marR="0" lvl="1" indent="0" algn="r">
              <a:spcBef>
                <a:spcPts val="0"/>
              </a:spcBef>
              <a:spcAft>
                <a:spcPts val="0"/>
              </a:spcAft>
              <a:buNone/>
              <a:defRPr>
                <a:solidFill>
                  <a:srgbClr val="0000FF"/>
                </a:solidFill>
                <a:latin typeface="Arial"/>
                <a:ea typeface="Arial"/>
                <a:cs typeface="Arial"/>
                <a:sym typeface="Arial"/>
              </a:defRPr>
            </a:lvl2pPr>
            <a:lvl3pPr marL="0" marR="0" lvl="2" indent="0" algn="r">
              <a:spcBef>
                <a:spcPts val="0"/>
              </a:spcBef>
              <a:spcAft>
                <a:spcPts val="0"/>
              </a:spcAft>
              <a:buNone/>
              <a:defRPr>
                <a:solidFill>
                  <a:srgbClr val="0000FF"/>
                </a:solidFill>
                <a:latin typeface="Arial"/>
                <a:ea typeface="Arial"/>
                <a:cs typeface="Arial"/>
                <a:sym typeface="Arial"/>
              </a:defRPr>
            </a:lvl3pPr>
            <a:lvl4pPr marL="0" marR="0" lvl="3" indent="0" algn="r">
              <a:spcBef>
                <a:spcPts val="0"/>
              </a:spcBef>
              <a:spcAft>
                <a:spcPts val="0"/>
              </a:spcAft>
              <a:buNone/>
              <a:defRPr>
                <a:solidFill>
                  <a:srgbClr val="0000FF"/>
                </a:solidFill>
                <a:latin typeface="Arial"/>
                <a:ea typeface="Arial"/>
                <a:cs typeface="Arial"/>
                <a:sym typeface="Arial"/>
              </a:defRPr>
            </a:lvl4pPr>
            <a:lvl5pPr marL="0" marR="0" lvl="4" indent="0" algn="r">
              <a:spcBef>
                <a:spcPts val="0"/>
              </a:spcBef>
              <a:spcAft>
                <a:spcPts val="0"/>
              </a:spcAft>
              <a:buNone/>
              <a:defRPr>
                <a:solidFill>
                  <a:srgbClr val="0000FF"/>
                </a:solidFill>
                <a:latin typeface="Arial"/>
                <a:ea typeface="Arial"/>
                <a:cs typeface="Arial"/>
                <a:sym typeface="Arial"/>
              </a:defRPr>
            </a:lvl5pPr>
            <a:lvl6pPr marL="0" marR="0" lvl="5" indent="0" algn="r">
              <a:spcBef>
                <a:spcPts val="0"/>
              </a:spcBef>
              <a:spcAft>
                <a:spcPts val="0"/>
              </a:spcAft>
              <a:buNone/>
              <a:defRPr>
                <a:solidFill>
                  <a:srgbClr val="0000FF"/>
                </a:solidFill>
                <a:latin typeface="Arial"/>
                <a:ea typeface="Arial"/>
                <a:cs typeface="Arial"/>
                <a:sym typeface="Arial"/>
              </a:defRPr>
            </a:lvl6pPr>
            <a:lvl7pPr marL="0" marR="0" lvl="6" indent="0" algn="r">
              <a:spcBef>
                <a:spcPts val="0"/>
              </a:spcBef>
              <a:spcAft>
                <a:spcPts val="0"/>
              </a:spcAft>
              <a:buNone/>
              <a:defRPr>
                <a:solidFill>
                  <a:srgbClr val="0000FF"/>
                </a:solidFill>
                <a:latin typeface="Arial"/>
                <a:ea typeface="Arial"/>
                <a:cs typeface="Arial"/>
                <a:sym typeface="Arial"/>
              </a:defRPr>
            </a:lvl7pPr>
            <a:lvl8pPr marL="0" marR="0" lvl="7" indent="0" algn="r">
              <a:spcBef>
                <a:spcPts val="0"/>
              </a:spcBef>
              <a:spcAft>
                <a:spcPts val="0"/>
              </a:spcAft>
              <a:buNone/>
              <a:defRPr>
                <a:solidFill>
                  <a:srgbClr val="0000FF"/>
                </a:solidFill>
                <a:latin typeface="Arial"/>
                <a:ea typeface="Arial"/>
                <a:cs typeface="Arial"/>
                <a:sym typeface="Arial"/>
              </a:defRPr>
            </a:lvl8pPr>
            <a:lvl9pPr marL="0" marR="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393700" algn="l">
              <a:spcBef>
                <a:spcPts val="100"/>
              </a:spcBef>
              <a:spcAft>
                <a:spcPts val="0"/>
              </a:spcAft>
              <a:buClr>
                <a:schemeClr val="dk1"/>
              </a:buClr>
              <a:buSzPts val="2600"/>
              <a:buChar char="•"/>
              <a:defRPr sz="2600">
                <a:solidFill>
                  <a:schemeClr val="dk1"/>
                </a:solidFill>
              </a:defRPr>
            </a:lvl1pPr>
            <a:lvl2pPr marL="914400" lvl="1" indent="-381000" algn="l">
              <a:spcBef>
                <a:spcPts val="300"/>
              </a:spcBef>
              <a:spcAft>
                <a:spcPts val="0"/>
              </a:spcAft>
              <a:buClr>
                <a:schemeClr val="dk1"/>
              </a:buClr>
              <a:buSzPts val="2400"/>
              <a:buChar char="–"/>
              <a:defRPr sz="2400">
                <a:solidFill>
                  <a:schemeClr val="dk1"/>
                </a:solidFill>
              </a:defRPr>
            </a:lvl2pPr>
            <a:lvl3pPr marL="1371600" lvl="2" indent="-355600" algn="l">
              <a:spcBef>
                <a:spcPts val="300"/>
              </a:spcBef>
              <a:spcAft>
                <a:spcPts val="0"/>
              </a:spcAft>
              <a:buClr>
                <a:schemeClr val="dk1"/>
              </a:buClr>
              <a:buSzPts val="2000"/>
              <a:buChar char="•"/>
              <a:defRPr sz="2000">
                <a:solidFill>
                  <a:schemeClr val="dk1"/>
                </a:solidFill>
              </a:defRPr>
            </a:lvl3pPr>
            <a:lvl4pPr marL="1828800" lvl="3" indent="-342900" algn="l">
              <a:spcBef>
                <a:spcPts val="300"/>
              </a:spcBef>
              <a:spcAft>
                <a:spcPts val="0"/>
              </a:spcAft>
              <a:buClr>
                <a:schemeClr val="dk1"/>
              </a:buClr>
              <a:buSzPts val="1800"/>
              <a:buChar char="–"/>
              <a:defRPr sz="1800">
                <a:solidFill>
                  <a:schemeClr val="dk1"/>
                </a:solidFill>
              </a:defRPr>
            </a:lvl4pPr>
            <a:lvl5pPr marL="2286000" lvl="4" indent="-342900" algn="l">
              <a:spcBef>
                <a:spcPts val="300"/>
              </a:spcBef>
              <a:spcAft>
                <a:spcPts val="0"/>
              </a:spcAft>
              <a:buClr>
                <a:schemeClr val="dk1"/>
              </a:buClr>
              <a:buSzPts val="1800"/>
              <a:buChar char="»"/>
              <a:defRPr sz="1800">
                <a:solidFill>
                  <a:schemeClr val="dk1"/>
                </a:solidFill>
              </a:defRPr>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393700" algn="l">
              <a:spcBef>
                <a:spcPts val="100"/>
              </a:spcBef>
              <a:spcAft>
                <a:spcPts val="0"/>
              </a:spcAft>
              <a:buClr>
                <a:schemeClr val="dk1"/>
              </a:buClr>
              <a:buSzPts val="2600"/>
              <a:buChar char="•"/>
              <a:defRPr sz="2600">
                <a:solidFill>
                  <a:schemeClr val="dk1"/>
                </a:solidFill>
              </a:defRPr>
            </a:lvl1pPr>
            <a:lvl2pPr marL="914400" lvl="1" indent="-381000" algn="l">
              <a:spcBef>
                <a:spcPts val="300"/>
              </a:spcBef>
              <a:spcAft>
                <a:spcPts val="0"/>
              </a:spcAft>
              <a:buClr>
                <a:schemeClr val="dk1"/>
              </a:buClr>
              <a:buSzPts val="2400"/>
              <a:buChar char="–"/>
              <a:defRPr sz="2400">
                <a:solidFill>
                  <a:schemeClr val="dk1"/>
                </a:solidFill>
              </a:defRPr>
            </a:lvl2pPr>
            <a:lvl3pPr marL="1371600" lvl="2" indent="-355600" algn="l">
              <a:spcBef>
                <a:spcPts val="300"/>
              </a:spcBef>
              <a:spcAft>
                <a:spcPts val="0"/>
              </a:spcAft>
              <a:buClr>
                <a:schemeClr val="dk1"/>
              </a:buClr>
              <a:buSzPts val="2000"/>
              <a:buChar char="•"/>
              <a:defRPr sz="2000">
                <a:solidFill>
                  <a:schemeClr val="dk1"/>
                </a:solidFill>
              </a:defRPr>
            </a:lvl3pPr>
            <a:lvl4pPr marL="1828800" lvl="3" indent="-342900" algn="l">
              <a:spcBef>
                <a:spcPts val="300"/>
              </a:spcBef>
              <a:spcAft>
                <a:spcPts val="0"/>
              </a:spcAft>
              <a:buClr>
                <a:schemeClr val="dk1"/>
              </a:buClr>
              <a:buSzPts val="1800"/>
              <a:buChar char="–"/>
              <a:defRPr sz="1800">
                <a:solidFill>
                  <a:schemeClr val="dk1"/>
                </a:solidFill>
              </a:defRPr>
            </a:lvl4pPr>
            <a:lvl5pPr marL="2286000" lvl="4" indent="-342900" algn="l">
              <a:spcBef>
                <a:spcPts val="300"/>
              </a:spcBef>
              <a:spcAft>
                <a:spcPts val="0"/>
              </a:spcAft>
              <a:buClr>
                <a:schemeClr val="dk1"/>
              </a:buClr>
              <a:buSzPts val="1800"/>
              <a:buChar char="»"/>
              <a:defRPr sz="1800">
                <a:solidFill>
                  <a:schemeClr val="dk1"/>
                </a:solidFill>
              </a:defRPr>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8" name="Google Shape;3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a:solidFill>
                  <a:srgbClr val="0000FF"/>
                </a:solidFill>
                <a:latin typeface="Arial"/>
                <a:ea typeface="Arial"/>
                <a:cs typeface="Arial"/>
                <a:sym typeface="Arial"/>
              </a:defRPr>
            </a:lvl1pPr>
            <a:lvl2pPr marL="0" marR="0" lvl="1" indent="0" algn="r">
              <a:spcBef>
                <a:spcPts val="0"/>
              </a:spcBef>
              <a:spcAft>
                <a:spcPts val="0"/>
              </a:spcAft>
              <a:buNone/>
              <a:defRPr>
                <a:solidFill>
                  <a:srgbClr val="0000FF"/>
                </a:solidFill>
                <a:latin typeface="Arial"/>
                <a:ea typeface="Arial"/>
                <a:cs typeface="Arial"/>
                <a:sym typeface="Arial"/>
              </a:defRPr>
            </a:lvl2pPr>
            <a:lvl3pPr marL="0" marR="0" lvl="2" indent="0" algn="r">
              <a:spcBef>
                <a:spcPts val="0"/>
              </a:spcBef>
              <a:spcAft>
                <a:spcPts val="0"/>
              </a:spcAft>
              <a:buNone/>
              <a:defRPr>
                <a:solidFill>
                  <a:srgbClr val="0000FF"/>
                </a:solidFill>
                <a:latin typeface="Arial"/>
                <a:ea typeface="Arial"/>
                <a:cs typeface="Arial"/>
                <a:sym typeface="Arial"/>
              </a:defRPr>
            </a:lvl3pPr>
            <a:lvl4pPr marL="0" marR="0" lvl="3" indent="0" algn="r">
              <a:spcBef>
                <a:spcPts val="0"/>
              </a:spcBef>
              <a:spcAft>
                <a:spcPts val="0"/>
              </a:spcAft>
              <a:buNone/>
              <a:defRPr>
                <a:solidFill>
                  <a:srgbClr val="0000FF"/>
                </a:solidFill>
                <a:latin typeface="Arial"/>
                <a:ea typeface="Arial"/>
                <a:cs typeface="Arial"/>
                <a:sym typeface="Arial"/>
              </a:defRPr>
            </a:lvl4pPr>
            <a:lvl5pPr marL="0" marR="0" lvl="4" indent="0" algn="r">
              <a:spcBef>
                <a:spcPts val="0"/>
              </a:spcBef>
              <a:spcAft>
                <a:spcPts val="0"/>
              </a:spcAft>
              <a:buNone/>
              <a:defRPr>
                <a:solidFill>
                  <a:srgbClr val="0000FF"/>
                </a:solidFill>
                <a:latin typeface="Arial"/>
                <a:ea typeface="Arial"/>
                <a:cs typeface="Arial"/>
                <a:sym typeface="Arial"/>
              </a:defRPr>
            </a:lvl5pPr>
            <a:lvl6pPr marL="0" marR="0" lvl="5" indent="0" algn="r">
              <a:spcBef>
                <a:spcPts val="0"/>
              </a:spcBef>
              <a:spcAft>
                <a:spcPts val="0"/>
              </a:spcAft>
              <a:buNone/>
              <a:defRPr>
                <a:solidFill>
                  <a:srgbClr val="0000FF"/>
                </a:solidFill>
                <a:latin typeface="Arial"/>
                <a:ea typeface="Arial"/>
                <a:cs typeface="Arial"/>
                <a:sym typeface="Arial"/>
              </a:defRPr>
            </a:lvl6pPr>
            <a:lvl7pPr marL="0" marR="0" lvl="6" indent="0" algn="r">
              <a:spcBef>
                <a:spcPts val="0"/>
              </a:spcBef>
              <a:spcAft>
                <a:spcPts val="0"/>
              </a:spcAft>
              <a:buNone/>
              <a:defRPr>
                <a:solidFill>
                  <a:srgbClr val="0000FF"/>
                </a:solidFill>
                <a:latin typeface="Arial"/>
                <a:ea typeface="Arial"/>
                <a:cs typeface="Arial"/>
                <a:sym typeface="Arial"/>
              </a:defRPr>
            </a:lvl7pPr>
            <a:lvl8pPr marL="0" marR="0" lvl="7" indent="0" algn="r">
              <a:spcBef>
                <a:spcPts val="0"/>
              </a:spcBef>
              <a:spcAft>
                <a:spcPts val="0"/>
              </a:spcAft>
              <a:buNone/>
              <a:defRPr>
                <a:solidFill>
                  <a:srgbClr val="0000FF"/>
                </a:solidFill>
                <a:latin typeface="Arial"/>
                <a:ea typeface="Arial"/>
                <a:cs typeface="Arial"/>
                <a:sym typeface="Arial"/>
              </a:defRPr>
            </a:lvl8pPr>
            <a:lvl9pPr marL="0" marR="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100"/>
              </a:spcBef>
              <a:spcAft>
                <a:spcPts val="0"/>
              </a:spcAft>
              <a:buClr>
                <a:srgbClr val="002060"/>
              </a:buClr>
              <a:buSzPts val="2400"/>
              <a:buNone/>
              <a:defRPr sz="2400" b="1"/>
            </a:lvl1pPr>
            <a:lvl2pPr marL="914400" lvl="1" indent="-228600" algn="l">
              <a:spcBef>
                <a:spcPts val="300"/>
              </a:spcBef>
              <a:spcAft>
                <a:spcPts val="0"/>
              </a:spcAft>
              <a:buClr>
                <a:srgbClr val="002060"/>
              </a:buClr>
              <a:buSzPts val="2000"/>
              <a:buNone/>
              <a:defRPr sz="2000" b="1"/>
            </a:lvl2pPr>
            <a:lvl3pPr marL="1371600" lvl="2" indent="-228600" algn="l">
              <a:spcBef>
                <a:spcPts val="300"/>
              </a:spcBef>
              <a:spcAft>
                <a:spcPts val="0"/>
              </a:spcAft>
              <a:buClr>
                <a:srgbClr val="002060"/>
              </a:buClr>
              <a:buSzPts val="1800"/>
              <a:buNone/>
              <a:defRPr sz="1800" b="1"/>
            </a:lvl3pPr>
            <a:lvl4pPr marL="1828800" lvl="3" indent="-228600" algn="l">
              <a:spcBef>
                <a:spcPts val="300"/>
              </a:spcBef>
              <a:spcAft>
                <a:spcPts val="0"/>
              </a:spcAft>
              <a:buClr>
                <a:srgbClr val="002060"/>
              </a:buClr>
              <a:buSzPts val="1600"/>
              <a:buNone/>
              <a:defRPr sz="1600" b="1"/>
            </a:lvl4pPr>
            <a:lvl5pPr marL="2286000" lvl="4" indent="-228600" algn="l">
              <a:spcBef>
                <a:spcPts val="300"/>
              </a:spcBef>
              <a:spcAft>
                <a:spcPts val="0"/>
              </a:spcAft>
              <a:buClr>
                <a:srgbClr val="002060"/>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4" name="Google Shape;44;p1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100"/>
              </a:spcBef>
              <a:spcAft>
                <a:spcPts val="0"/>
              </a:spcAft>
              <a:buClr>
                <a:srgbClr val="002060"/>
              </a:buClr>
              <a:buSzPts val="2400"/>
              <a:buChar char="•"/>
              <a:defRPr sz="2400"/>
            </a:lvl1pPr>
            <a:lvl2pPr marL="914400" lvl="1" indent="-355600" algn="l">
              <a:spcBef>
                <a:spcPts val="300"/>
              </a:spcBef>
              <a:spcAft>
                <a:spcPts val="0"/>
              </a:spcAft>
              <a:buClr>
                <a:srgbClr val="002060"/>
              </a:buClr>
              <a:buSzPts val="2000"/>
              <a:buChar char="–"/>
              <a:defRPr sz="2000"/>
            </a:lvl2pPr>
            <a:lvl3pPr marL="1371600" lvl="2" indent="-342900" algn="l">
              <a:spcBef>
                <a:spcPts val="300"/>
              </a:spcBef>
              <a:spcAft>
                <a:spcPts val="0"/>
              </a:spcAft>
              <a:buClr>
                <a:srgbClr val="002060"/>
              </a:buClr>
              <a:buSzPts val="1800"/>
              <a:buChar char="•"/>
              <a:defRPr sz="1800"/>
            </a:lvl3pPr>
            <a:lvl4pPr marL="1828800" lvl="3" indent="-330200" algn="l">
              <a:spcBef>
                <a:spcPts val="300"/>
              </a:spcBef>
              <a:spcAft>
                <a:spcPts val="0"/>
              </a:spcAft>
              <a:buClr>
                <a:srgbClr val="002060"/>
              </a:buClr>
              <a:buSzPts val="1600"/>
              <a:buChar char="–"/>
              <a:defRPr sz="1600"/>
            </a:lvl4pPr>
            <a:lvl5pPr marL="2286000" lvl="4" indent="-330200" algn="l">
              <a:spcBef>
                <a:spcPts val="300"/>
              </a:spcBef>
              <a:spcAft>
                <a:spcPts val="0"/>
              </a:spcAft>
              <a:buClr>
                <a:srgbClr val="002060"/>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5" name="Google Shape;45;p1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100"/>
              </a:spcBef>
              <a:spcAft>
                <a:spcPts val="0"/>
              </a:spcAft>
              <a:buClr>
                <a:srgbClr val="002060"/>
              </a:buClr>
              <a:buSzPts val="2400"/>
              <a:buNone/>
              <a:defRPr sz="2400" b="1"/>
            </a:lvl1pPr>
            <a:lvl2pPr marL="914400" lvl="1" indent="-228600" algn="l">
              <a:spcBef>
                <a:spcPts val="300"/>
              </a:spcBef>
              <a:spcAft>
                <a:spcPts val="0"/>
              </a:spcAft>
              <a:buClr>
                <a:srgbClr val="002060"/>
              </a:buClr>
              <a:buSzPts val="2000"/>
              <a:buNone/>
              <a:defRPr sz="2000" b="1"/>
            </a:lvl2pPr>
            <a:lvl3pPr marL="1371600" lvl="2" indent="-228600" algn="l">
              <a:spcBef>
                <a:spcPts val="300"/>
              </a:spcBef>
              <a:spcAft>
                <a:spcPts val="0"/>
              </a:spcAft>
              <a:buClr>
                <a:srgbClr val="002060"/>
              </a:buClr>
              <a:buSzPts val="1800"/>
              <a:buNone/>
              <a:defRPr sz="1800" b="1"/>
            </a:lvl3pPr>
            <a:lvl4pPr marL="1828800" lvl="3" indent="-228600" algn="l">
              <a:spcBef>
                <a:spcPts val="300"/>
              </a:spcBef>
              <a:spcAft>
                <a:spcPts val="0"/>
              </a:spcAft>
              <a:buClr>
                <a:srgbClr val="002060"/>
              </a:buClr>
              <a:buSzPts val="1600"/>
              <a:buNone/>
              <a:defRPr sz="1600" b="1"/>
            </a:lvl4pPr>
            <a:lvl5pPr marL="2286000" lvl="4" indent="-228600" algn="l">
              <a:spcBef>
                <a:spcPts val="300"/>
              </a:spcBef>
              <a:spcAft>
                <a:spcPts val="0"/>
              </a:spcAft>
              <a:buClr>
                <a:srgbClr val="002060"/>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6" name="Google Shape;46;p1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100"/>
              </a:spcBef>
              <a:spcAft>
                <a:spcPts val="0"/>
              </a:spcAft>
              <a:buClr>
                <a:srgbClr val="002060"/>
              </a:buClr>
              <a:buSzPts val="2400"/>
              <a:buChar char="•"/>
              <a:defRPr sz="2400"/>
            </a:lvl1pPr>
            <a:lvl2pPr marL="914400" lvl="1" indent="-355600" algn="l">
              <a:spcBef>
                <a:spcPts val="300"/>
              </a:spcBef>
              <a:spcAft>
                <a:spcPts val="0"/>
              </a:spcAft>
              <a:buClr>
                <a:srgbClr val="002060"/>
              </a:buClr>
              <a:buSzPts val="2000"/>
              <a:buChar char="–"/>
              <a:defRPr sz="2000"/>
            </a:lvl2pPr>
            <a:lvl3pPr marL="1371600" lvl="2" indent="-342900" algn="l">
              <a:spcBef>
                <a:spcPts val="300"/>
              </a:spcBef>
              <a:spcAft>
                <a:spcPts val="0"/>
              </a:spcAft>
              <a:buClr>
                <a:srgbClr val="002060"/>
              </a:buClr>
              <a:buSzPts val="1800"/>
              <a:buChar char="•"/>
              <a:defRPr sz="1800"/>
            </a:lvl3pPr>
            <a:lvl4pPr marL="1828800" lvl="3" indent="-330200" algn="l">
              <a:spcBef>
                <a:spcPts val="300"/>
              </a:spcBef>
              <a:spcAft>
                <a:spcPts val="0"/>
              </a:spcAft>
              <a:buClr>
                <a:srgbClr val="002060"/>
              </a:buClr>
              <a:buSzPts val="1600"/>
              <a:buChar char="–"/>
              <a:defRPr sz="1600"/>
            </a:lvl4pPr>
            <a:lvl5pPr marL="2286000" lvl="4" indent="-330200" algn="l">
              <a:spcBef>
                <a:spcPts val="300"/>
              </a:spcBef>
              <a:spcAft>
                <a:spcPts val="0"/>
              </a:spcAft>
              <a:buClr>
                <a:srgbClr val="002060"/>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7" name="Google Shape;47;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a:solidFill>
                  <a:srgbClr val="0000FF"/>
                </a:solidFill>
                <a:latin typeface="Arial"/>
                <a:ea typeface="Arial"/>
                <a:cs typeface="Arial"/>
                <a:sym typeface="Arial"/>
              </a:defRPr>
            </a:lvl1pPr>
            <a:lvl2pPr marL="0" marR="0" lvl="1" indent="0" algn="r">
              <a:spcBef>
                <a:spcPts val="0"/>
              </a:spcBef>
              <a:spcAft>
                <a:spcPts val="0"/>
              </a:spcAft>
              <a:buNone/>
              <a:defRPr>
                <a:solidFill>
                  <a:srgbClr val="0000FF"/>
                </a:solidFill>
                <a:latin typeface="Arial"/>
                <a:ea typeface="Arial"/>
                <a:cs typeface="Arial"/>
                <a:sym typeface="Arial"/>
              </a:defRPr>
            </a:lvl2pPr>
            <a:lvl3pPr marL="0" marR="0" lvl="2" indent="0" algn="r">
              <a:spcBef>
                <a:spcPts val="0"/>
              </a:spcBef>
              <a:spcAft>
                <a:spcPts val="0"/>
              </a:spcAft>
              <a:buNone/>
              <a:defRPr>
                <a:solidFill>
                  <a:srgbClr val="0000FF"/>
                </a:solidFill>
                <a:latin typeface="Arial"/>
                <a:ea typeface="Arial"/>
                <a:cs typeface="Arial"/>
                <a:sym typeface="Arial"/>
              </a:defRPr>
            </a:lvl3pPr>
            <a:lvl4pPr marL="0" marR="0" lvl="3" indent="0" algn="r">
              <a:spcBef>
                <a:spcPts val="0"/>
              </a:spcBef>
              <a:spcAft>
                <a:spcPts val="0"/>
              </a:spcAft>
              <a:buNone/>
              <a:defRPr>
                <a:solidFill>
                  <a:srgbClr val="0000FF"/>
                </a:solidFill>
                <a:latin typeface="Arial"/>
                <a:ea typeface="Arial"/>
                <a:cs typeface="Arial"/>
                <a:sym typeface="Arial"/>
              </a:defRPr>
            </a:lvl4pPr>
            <a:lvl5pPr marL="0" marR="0" lvl="4" indent="0" algn="r">
              <a:spcBef>
                <a:spcPts val="0"/>
              </a:spcBef>
              <a:spcAft>
                <a:spcPts val="0"/>
              </a:spcAft>
              <a:buNone/>
              <a:defRPr>
                <a:solidFill>
                  <a:srgbClr val="0000FF"/>
                </a:solidFill>
                <a:latin typeface="Arial"/>
                <a:ea typeface="Arial"/>
                <a:cs typeface="Arial"/>
                <a:sym typeface="Arial"/>
              </a:defRPr>
            </a:lvl5pPr>
            <a:lvl6pPr marL="0" marR="0" lvl="5" indent="0" algn="r">
              <a:spcBef>
                <a:spcPts val="0"/>
              </a:spcBef>
              <a:spcAft>
                <a:spcPts val="0"/>
              </a:spcAft>
              <a:buNone/>
              <a:defRPr>
                <a:solidFill>
                  <a:srgbClr val="0000FF"/>
                </a:solidFill>
                <a:latin typeface="Arial"/>
                <a:ea typeface="Arial"/>
                <a:cs typeface="Arial"/>
                <a:sym typeface="Arial"/>
              </a:defRPr>
            </a:lvl6pPr>
            <a:lvl7pPr marL="0" marR="0" lvl="6" indent="0" algn="r">
              <a:spcBef>
                <a:spcPts val="0"/>
              </a:spcBef>
              <a:spcAft>
                <a:spcPts val="0"/>
              </a:spcAft>
              <a:buNone/>
              <a:defRPr>
                <a:solidFill>
                  <a:srgbClr val="0000FF"/>
                </a:solidFill>
                <a:latin typeface="Arial"/>
                <a:ea typeface="Arial"/>
                <a:cs typeface="Arial"/>
                <a:sym typeface="Arial"/>
              </a:defRPr>
            </a:lvl7pPr>
            <a:lvl8pPr marL="0" marR="0" lvl="7" indent="0" algn="r">
              <a:spcBef>
                <a:spcPts val="0"/>
              </a:spcBef>
              <a:spcAft>
                <a:spcPts val="0"/>
              </a:spcAft>
              <a:buNone/>
              <a:defRPr>
                <a:solidFill>
                  <a:srgbClr val="0000FF"/>
                </a:solidFill>
                <a:latin typeface="Arial"/>
                <a:ea typeface="Arial"/>
                <a:cs typeface="Arial"/>
                <a:sym typeface="Arial"/>
              </a:defRPr>
            </a:lvl8pPr>
            <a:lvl9pPr marL="0" marR="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0"/>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 name="Google Shape;52;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a:solidFill>
                  <a:srgbClr val="0000FF"/>
                </a:solidFill>
                <a:latin typeface="Arial"/>
                <a:ea typeface="Arial"/>
                <a:cs typeface="Arial"/>
                <a:sym typeface="Arial"/>
              </a:defRPr>
            </a:lvl1pPr>
            <a:lvl2pPr marL="0" marR="0" lvl="1" indent="0" algn="r">
              <a:spcBef>
                <a:spcPts val="0"/>
              </a:spcBef>
              <a:spcAft>
                <a:spcPts val="0"/>
              </a:spcAft>
              <a:buNone/>
              <a:defRPr>
                <a:solidFill>
                  <a:srgbClr val="0000FF"/>
                </a:solidFill>
                <a:latin typeface="Arial"/>
                <a:ea typeface="Arial"/>
                <a:cs typeface="Arial"/>
                <a:sym typeface="Arial"/>
              </a:defRPr>
            </a:lvl2pPr>
            <a:lvl3pPr marL="0" marR="0" lvl="2" indent="0" algn="r">
              <a:spcBef>
                <a:spcPts val="0"/>
              </a:spcBef>
              <a:spcAft>
                <a:spcPts val="0"/>
              </a:spcAft>
              <a:buNone/>
              <a:defRPr>
                <a:solidFill>
                  <a:srgbClr val="0000FF"/>
                </a:solidFill>
                <a:latin typeface="Arial"/>
                <a:ea typeface="Arial"/>
                <a:cs typeface="Arial"/>
                <a:sym typeface="Arial"/>
              </a:defRPr>
            </a:lvl3pPr>
            <a:lvl4pPr marL="0" marR="0" lvl="3" indent="0" algn="r">
              <a:spcBef>
                <a:spcPts val="0"/>
              </a:spcBef>
              <a:spcAft>
                <a:spcPts val="0"/>
              </a:spcAft>
              <a:buNone/>
              <a:defRPr>
                <a:solidFill>
                  <a:srgbClr val="0000FF"/>
                </a:solidFill>
                <a:latin typeface="Arial"/>
                <a:ea typeface="Arial"/>
                <a:cs typeface="Arial"/>
                <a:sym typeface="Arial"/>
              </a:defRPr>
            </a:lvl4pPr>
            <a:lvl5pPr marL="0" marR="0" lvl="4" indent="0" algn="r">
              <a:spcBef>
                <a:spcPts val="0"/>
              </a:spcBef>
              <a:spcAft>
                <a:spcPts val="0"/>
              </a:spcAft>
              <a:buNone/>
              <a:defRPr>
                <a:solidFill>
                  <a:srgbClr val="0000FF"/>
                </a:solidFill>
                <a:latin typeface="Arial"/>
                <a:ea typeface="Arial"/>
                <a:cs typeface="Arial"/>
                <a:sym typeface="Arial"/>
              </a:defRPr>
            </a:lvl5pPr>
            <a:lvl6pPr marL="0" marR="0" lvl="5" indent="0" algn="r">
              <a:spcBef>
                <a:spcPts val="0"/>
              </a:spcBef>
              <a:spcAft>
                <a:spcPts val="0"/>
              </a:spcAft>
              <a:buNone/>
              <a:defRPr>
                <a:solidFill>
                  <a:srgbClr val="0000FF"/>
                </a:solidFill>
                <a:latin typeface="Arial"/>
                <a:ea typeface="Arial"/>
                <a:cs typeface="Arial"/>
                <a:sym typeface="Arial"/>
              </a:defRPr>
            </a:lvl6pPr>
            <a:lvl7pPr marL="0" marR="0" lvl="6" indent="0" algn="r">
              <a:spcBef>
                <a:spcPts val="0"/>
              </a:spcBef>
              <a:spcAft>
                <a:spcPts val="0"/>
              </a:spcAft>
              <a:buNone/>
              <a:defRPr>
                <a:solidFill>
                  <a:srgbClr val="0000FF"/>
                </a:solidFill>
                <a:latin typeface="Arial"/>
                <a:ea typeface="Arial"/>
                <a:cs typeface="Arial"/>
                <a:sym typeface="Arial"/>
              </a:defRPr>
            </a:lvl7pPr>
            <a:lvl8pPr marL="0" marR="0" lvl="7" indent="0" algn="r">
              <a:spcBef>
                <a:spcPts val="0"/>
              </a:spcBef>
              <a:spcAft>
                <a:spcPts val="0"/>
              </a:spcAft>
              <a:buNone/>
              <a:defRPr>
                <a:solidFill>
                  <a:srgbClr val="0000FF"/>
                </a:solidFill>
                <a:latin typeface="Arial"/>
                <a:ea typeface="Arial"/>
                <a:cs typeface="Arial"/>
                <a:sym typeface="Arial"/>
              </a:defRPr>
            </a:lvl8pPr>
            <a:lvl9pPr marL="0" marR="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a:solidFill>
                  <a:srgbClr val="0000FF"/>
                </a:solidFill>
                <a:latin typeface="Arial"/>
                <a:ea typeface="Arial"/>
                <a:cs typeface="Arial"/>
                <a:sym typeface="Arial"/>
              </a:defRPr>
            </a:lvl1pPr>
            <a:lvl2pPr marL="0" marR="0" lvl="1" indent="0" algn="r">
              <a:spcBef>
                <a:spcPts val="0"/>
              </a:spcBef>
              <a:spcAft>
                <a:spcPts val="0"/>
              </a:spcAft>
              <a:buNone/>
              <a:defRPr>
                <a:solidFill>
                  <a:srgbClr val="0000FF"/>
                </a:solidFill>
                <a:latin typeface="Arial"/>
                <a:ea typeface="Arial"/>
                <a:cs typeface="Arial"/>
                <a:sym typeface="Arial"/>
              </a:defRPr>
            </a:lvl2pPr>
            <a:lvl3pPr marL="0" marR="0" lvl="2" indent="0" algn="r">
              <a:spcBef>
                <a:spcPts val="0"/>
              </a:spcBef>
              <a:spcAft>
                <a:spcPts val="0"/>
              </a:spcAft>
              <a:buNone/>
              <a:defRPr>
                <a:solidFill>
                  <a:srgbClr val="0000FF"/>
                </a:solidFill>
                <a:latin typeface="Arial"/>
                <a:ea typeface="Arial"/>
                <a:cs typeface="Arial"/>
                <a:sym typeface="Arial"/>
              </a:defRPr>
            </a:lvl3pPr>
            <a:lvl4pPr marL="0" marR="0" lvl="3" indent="0" algn="r">
              <a:spcBef>
                <a:spcPts val="0"/>
              </a:spcBef>
              <a:spcAft>
                <a:spcPts val="0"/>
              </a:spcAft>
              <a:buNone/>
              <a:defRPr>
                <a:solidFill>
                  <a:srgbClr val="0000FF"/>
                </a:solidFill>
                <a:latin typeface="Arial"/>
                <a:ea typeface="Arial"/>
                <a:cs typeface="Arial"/>
                <a:sym typeface="Arial"/>
              </a:defRPr>
            </a:lvl4pPr>
            <a:lvl5pPr marL="0" marR="0" lvl="4" indent="0" algn="r">
              <a:spcBef>
                <a:spcPts val="0"/>
              </a:spcBef>
              <a:spcAft>
                <a:spcPts val="0"/>
              </a:spcAft>
              <a:buNone/>
              <a:defRPr>
                <a:solidFill>
                  <a:srgbClr val="0000FF"/>
                </a:solidFill>
                <a:latin typeface="Arial"/>
                <a:ea typeface="Arial"/>
                <a:cs typeface="Arial"/>
                <a:sym typeface="Arial"/>
              </a:defRPr>
            </a:lvl5pPr>
            <a:lvl6pPr marL="0" marR="0" lvl="5" indent="0" algn="r">
              <a:spcBef>
                <a:spcPts val="0"/>
              </a:spcBef>
              <a:spcAft>
                <a:spcPts val="0"/>
              </a:spcAft>
              <a:buNone/>
              <a:defRPr>
                <a:solidFill>
                  <a:srgbClr val="0000FF"/>
                </a:solidFill>
                <a:latin typeface="Arial"/>
                <a:ea typeface="Arial"/>
                <a:cs typeface="Arial"/>
                <a:sym typeface="Arial"/>
              </a:defRPr>
            </a:lvl6pPr>
            <a:lvl7pPr marL="0" marR="0" lvl="6" indent="0" algn="r">
              <a:spcBef>
                <a:spcPts val="0"/>
              </a:spcBef>
              <a:spcAft>
                <a:spcPts val="0"/>
              </a:spcAft>
              <a:buNone/>
              <a:defRPr>
                <a:solidFill>
                  <a:srgbClr val="0000FF"/>
                </a:solidFill>
                <a:latin typeface="Arial"/>
                <a:ea typeface="Arial"/>
                <a:cs typeface="Arial"/>
                <a:sym typeface="Arial"/>
              </a:defRPr>
            </a:lvl7pPr>
            <a:lvl8pPr marL="0" marR="0" lvl="7" indent="0" algn="r">
              <a:spcBef>
                <a:spcPts val="0"/>
              </a:spcBef>
              <a:spcAft>
                <a:spcPts val="0"/>
              </a:spcAft>
              <a:buNone/>
              <a:defRPr>
                <a:solidFill>
                  <a:srgbClr val="0000FF"/>
                </a:solidFill>
                <a:latin typeface="Arial"/>
                <a:ea typeface="Arial"/>
                <a:cs typeface="Arial"/>
                <a:sym typeface="Arial"/>
              </a:defRPr>
            </a:lvl8pPr>
            <a:lvl9pPr marL="0" marR="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1" name="Google Shape;61;p2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100"/>
              </a:spcBef>
              <a:spcAft>
                <a:spcPts val="0"/>
              </a:spcAft>
              <a:buClr>
                <a:srgbClr val="002060"/>
              </a:buClr>
              <a:buSzPts val="3200"/>
              <a:buChar char="•"/>
              <a:defRPr sz="3200"/>
            </a:lvl1pPr>
            <a:lvl2pPr marL="914400" lvl="1" indent="-406400" algn="l">
              <a:spcBef>
                <a:spcPts val="300"/>
              </a:spcBef>
              <a:spcAft>
                <a:spcPts val="0"/>
              </a:spcAft>
              <a:buClr>
                <a:srgbClr val="002060"/>
              </a:buClr>
              <a:buSzPts val="2800"/>
              <a:buChar char="–"/>
              <a:defRPr sz="2800"/>
            </a:lvl2pPr>
            <a:lvl3pPr marL="1371600" lvl="2" indent="-381000" algn="l">
              <a:spcBef>
                <a:spcPts val="300"/>
              </a:spcBef>
              <a:spcAft>
                <a:spcPts val="0"/>
              </a:spcAft>
              <a:buClr>
                <a:srgbClr val="002060"/>
              </a:buClr>
              <a:buSzPts val="2400"/>
              <a:buChar char="•"/>
              <a:defRPr sz="2400"/>
            </a:lvl3pPr>
            <a:lvl4pPr marL="1828800" lvl="3" indent="-355600" algn="l">
              <a:spcBef>
                <a:spcPts val="300"/>
              </a:spcBef>
              <a:spcAft>
                <a:spcPts val="0"/>
              </a:spcAft>
              <a:buClr>
                <a:srgbClr val="002060"/>
              </a:buClr>
              <a:buSzPts val="2000"/>
              <a:buChar char="–"/>
              <a:defRPr sz="2000"/>
            </a:lvl4pPr>
            <a:lvl5pPr marL="2286000" lvl="4" indent="-355600" algn="l">
              <a:spcBef>
                <a:spcPts val="300"/>
              </a:spcBef>
              <a:spcAft>
                <a:spcPts val="0"/>
              </a:spcAft>
              <a:buClr>
                <a:srgbClr val="002060"/>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2" name="Google Shape;62;p2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100"/>
              </a:spcBef>
              <a:spcAft>
                <a:spcPts val="0"/>
              </a:spcAft>
              <a:buClr>
                <a:srgbClr val="002060"/>
              </a:buClr>
              <a:buSzPts val="1400"/>
              <a:buNone/>
              <a:defRPr sz="1400"/>
            </a:lvl1pPr>
            <a:lvl2pPr marL="914400" lvl="1" indent="-228600" algn="l">
              <a:spcBef>
                <a:spcPts val="300"/>
              </a:spcBef>
              <a:spcAft>
                <a:spcPts val="0"/>
              </a:spcAft>
              <a:buClr>
                <a:srgbClr val="002060"/>
              </a:buClr>
              <a:buSzPts val="1200"/>
              <a:buNone/>
              <a:defRPr sz="1200"/>
            </a:lvl2pPr>
            <a:lvl3pPr marL="1371600" lvl="2" indent="-228600" algn="l">
              <a:spcBef>
                <a:spcPts val="300"/>
              </a:spcBef>
              <a:spcAft>
                <a:spcPts val="0"/>
              </a:spcAft>
              <a:buClr>
                <a:srgbClr val="002060"/>
              </a:buClr>
              <a:buSzPts val="1000"/>
              <a:buNone/>
              <a:defRPr sz="1000"/>
            </a:lvl3pPr>
            <a:lvl4pPr marL="1828800" lvl="3" indent="-228600" algn="l">
              <a:spcBef>
                <a:spcPts val="300"/>
              </a:spcBef>
              <a:spcAft>
                <a:spcPts val="0"/>
              </a:spcAft>
              <a:buClr>
                <a:srgbClr val="002060"/>
              </a:buClr>
              <a:buSzPts val="900"/>
              <a:buNone/>
              <a:defRPr sz="900"/>
            </a:lvl4pPr>
            <a:lvl5pPr marL="2286000" lvl="4" indent="-228600" algn="l">
              <a:spcBef>
                <a:spcPts val="300"/>
              </a:spcBef>
              <a:spcAft>
                <a:spcPts val="0"/>
              </a:spcAft>
              <a:buClr>
                <a:srgbClr val="002060"/>
              </a:buClr>
              <a:buSzPts val="900"/>
              <a:buNone/>
              <a:defRPr sz="900"/>
            </a:lvl5pPr>
            <a:lvl6pPr marL="2743200" lvl="5" indent="-228600" algn="l">
              <a:spcBef>
                <a:spcPts val="30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3" name="Google Shape;63;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a:solidFill>
                  <a:srgbClr val="0000FF"/>
                </a:solidFill>
                <a:latin typeface="Arial"/>
                <a:ea typeface="Arial"/>
                <a:cs typeface="Arial"/>
                <a:sym typeface="Arial"/>
              </a:defRPr>
            </a:lvl1pPr>
            <a:lvl2pPr marL="0" marR="0" lvl="1" indent="0" algn="r">
              <a:spcBef>
                <a:spcPts val="0"/>
              </a:spcBef>
              <a:spcAft>
                <a:spcPts val="0"/>
              </a:spcAft>
              <a:buNone/>
              <a:defRPr>
                <a:solidFill>
                  <a:srgbClr val="0000FF"/>
                </a:solidFill>
                <a:latin typeface="Arial"/>
                <a:ea typeface="Arial"/>
                <a:cs typeface="Arial"/>
                <a:sym typeface="Arial"/>
              </a:defRPr>
            </a:lvl2pPr>
            <a:lvl3pPr marL="0" marR="0" lvl="2" indent="0" algn="r">
              <a:spcBef>
                <a:spcPts val="0"/>
              </a:spcBef>
              <a:spcAft>
                <a:spcPts val="0"/>
              </a:spcAft>
              <a:buNone/>
              <a:defRPr>
                <a:solidFill>
                  <a:srgbClr val="0000FF"/>
                </a:solidFill>
                <a:latin typeface="Arial"/>
                <a:ea typeface="Arial"/>
                <a:cs typeface="Arial"/>
                <a:sym typeface="Arial"/>
              </a:defRPr>
            </a:lvl3pPr>
            <a:lvl4pPr marL="0" marR="0" lvl="3" indent="0" algn="r">
              <a:spcBef>
                <a:spcPts val="0"/>
              </a:spcBef>
              <a:spcAft>
                <a:spcPts val="0"/>
              </a:spcAft>
              <a:buNone/>
              <a:defRPr>
                <a:solidFill>
                  <a:srgbClr val="0000FF"/>
                </a:solidFill>
                <a:latin typeface="Arial"/>
                <a:ea typeface="Arial"/>
                <a:cs typeface="Arial"/>
                <a:sym typeface="Arial"/>
              </a:defRPr>
            </a:lvl4pPr>
            <a:lvl5pPr marL="0" marR="0" lvl="4" indent="0" algn="r">
              <a:spcBef>
                <a:spcPts val="0"/>
              </a:spcBef>
              <a:spcAft>
                <a:spcPts val="0"/>
              </a:spcAft>
              <a:buNone/>
              <a:defRPr>
                <a:solidFill>
                  <a:srgbClr val="0000FF"/>
                </a:solidFill>
                <a:latin typeface="Arial"/>
                <a:ea typeface="Arial"/>
                <a:cs typeface="Arial"/>
                <a:sym typeface="Arial"/>
              </a:defRPr>
            </a:lvl5pPr>
            <a:lvl6pPr marL="0" marR="0" lvl="5" indent="0" algn="r">
              <a:spcBef>
                <a:spcPts val="0"/>
              </a:spcBef>
              <a:spcAft>
                <a:spcPts val="0"/>
              </a:spcAft>
              <a:buNone/>
              <a:defRPr>
                <a:solidFill>
                  <a:srgbClr val="0000FF"/>
                </a:solidFill>
                <a:latin typeface="Arial"/>
                <a:ea typeface="Arial"/>
                <a:cs typeface="Arial"/>
                <a:sym typeface="Arial"/>
              </a:defRPr>
            </a:lvl6pPr>
            <a:lvl7pPr marL="0" marR="0" lvl="6" indent="0" algn="r">
              <a:spcBef>
                <a:spcPts val="0"/>
              </a:spcBef>
              <a:spcAft>
                <a:spcPts val="0"/>
              </a:spcAft>
              <a:buNone/>
              <a:defRPr>
                <a:solidFill>
                  <a:srgbClr val="0000FF"/>
                </a:solidFill>
                <a:latin typeface="Arial"/>
                <a:ea typeface="Arial"/>
                <a:cs typeface="Arial"/>
                <a:sym typeface="Arial"/>
              </a:defRPr>
            </a:lvl7pPr>
            <a:lvl8pPr marL="0" marR="0" lvl="7" indent="0" algn="r">
              <a:spcBef>
                <a:spcPts val="0"/>
              </a:spcBef>
              <a:spcAft>
                <a:spcPts val="0"/>
              </a:spcAft>
              <a:buNone/>
              <a:defRPr>
                <a:solidFill>
                  <a:srgbClr val="0000FF"/>
                </a:solidFill>
                <a:latin typeface="Arial"/>
                <a:ea typeface="Arial"/>
                <a:cs typeface="Arial"/>
                <a:sym typeface="Arial"/>
              </a:defRPr>
            </a:lvl8pPr>
            <a:lvl9pPr marL="0" marR="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23"/>
          <p:cNvSpPr>
            <a:spLocks noGrp="1"/>
          </p:cNvSpPr>
          <p:nvPr>
            <p:ph type="pic" idx="2"/>
          </p:nvPr>
        </p:nvSpPr>
        <p:spPr>
          <a:xfrm>
            <a:off x="1792288" y="612775"/>
            <a:ext cx="5486400" cy="4114800"/>
          </a:xfrm>
          <a:prstGeom prst="rect">
            <a:avLst/>
          </a:prstGeom>
          <a:noFill/>
          <a:ln>
            <a:noFill/>
          </a:ln>
        </p:spPr>
      </p:sp>
      <p:sp>
        <p:nvSpPr>
          <p:cNvPr id="69" name="Google Shape;69;p2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100"/>
              </a:spcBef>
              <a:spcAft>
                <a:spcPts val="0"/>
              </a:spcAft>
              <a:buClr>
                <a:srgbClr val="002060"/>
              </a:buClr>
              <a:buSzPts val="1400"/>
              <a:buNone/>
              <a:defRPr sz="1400"/>
            </a:lvl1pPr>
            <a:lvl2pPr marL="914400" lvl="1" indent="-228600" algn="l">
              <a:spcBef>
                <a:spcPts val="300"/>
              </a:spcBef>
              <a:spcAft>
                <a:spcPts val="0"/>
              </a:spcAft>
              <a:buClr>
                <a:srgbClr val="002060"/>
              </a:buClr>
              <a:buSzPts val="1200"/>
              <a:buNone/>
              <a:defRPr sz="1200"/>
            </a:lvl2pPr>
            <a:lvl3pPr marL="1371600" lvl="2" indent="-228600" algn="l">
              <a:spcBef>
                <a:spcPts val="300"/>
              </a:spcBef>
              <a:spcAft>
                <a:spcPts val="0"/>
              </a:spcAft>
              <a:buClr>
                <a:srgbClr val="002060"/>
              </a:buClr>
              <a:buSzPts val="1000"/>
              <a:buNone/>
              <a:defRPr sz="1000"/>
            </a:lvl3pPr>
            <a:lvl4pPr marL="1828800" lvl="3" indent="-228600" algn="l">
              <a:spcBef>
                <a:spcPts val="300"/>
              </a:spcBef>
              <a:spcAft>
                <a:spcPts val="0"/>
              </a:spcAft>
              <a:buClr>
                <a:srgbClr val="002060"/>
              </a:buClr>
              <a:buSzPts val="900"/>
              <a:buNone/>
              <a:defRPr sz="900"/>
            </a:lvl4pPr>
            <a:lvl5pPr marL="2286000" lvl="4" indent="-228600" algn="l">
              <a:spcBef>
                <a:spcPts val="300"/>
              </a:spcBef>
              <a:spcAft>
                <a:spcPts val="0"/>
              </a:spcAft>
              <a:buClr>
                <a:srgbClr val="002060"/>
              </a:buClr>
              <a:buSzPts val="900"/>
              <a:buNone/>
              <a:defRPr sz="900"/>
            </a:lvl5pPr>
            <a:lvl6pPr marL="2743200" lvl="5" indent="-228600" algn="l">
              <a:spcBef>
                <a:spcPts val="30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0" name="Google Shape;7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a:solidFill>
                  <a:srgbClr val="0000FF"/>
                </a:solidFill>
                <a:latin typeface="Arial"/>
                <a:ea typeface="Arial"/>
                <a:cs typeface="Arial"/>
                <a:sym typeface="Arial"/>
              </a:defRPr>
            </a:lvl1pPr>
            <a:lvl2pPr marL="0" marR="0" lvl="1" indent="0" algn="r">
              <a:spcBef>
                <a:spcPts val="0"/>
              </a:spcBef>
              <a:spcAft>
                <a:spcPts val="0"/>
              </a:spcAft>
              <a:buNone/>
              <a:defRPr>
                <a:solidFill>
                  <a:srgbClr val="0000FF"/>
                </a:solidFill>
                <a:latin typeface="Arial"/>
                <a:ea typeface="Arial"/>
                <a:cs typeface="Arial"/>
                <a:sym typeface="Arial"/>
              </a:defRPr>
            </a:lvl2pPr>
            <a:lvl3pPr marL="0" marR="0" lvl="2" indent="0" algn="r">
              <a:spcBef>
                <a:spcPts val="0"/>
              </a:spcBef>
              <a:spcAft>
                <a:spcPts val="0"/>
              </a:spcAft>
              <a:buNone/>
              <a:defRPr>
                <a:solidFill>
                  <a:srgbClr val="0000FF"/>
                </a:solidFill>
                <a:latin typeface="Arial"/>
                <a:ea typeface="Arial"/>
                <a:cs typeface="Arial"/>
                <a:sym typeface="Arial"/>
              </a:defRPr>
            </a:lvl3pPr>
            <a:lvl4pPr marL="0" marR="0" lvl="3" indent="0" algn="r">
              <a:spcBef>
                <a:spcPts val="0"/>
              </a:spcBef>
              <a:spcAft>
                <a:spcPts val="0"/>
              </a:spcAft>
              <a:buNone/>
              <a:defRPr>
                <a:solidFill>
                  <a:srgbClr val="0000FF"/>
                </a:solidFill>
                <a:latin typeface="Arial"/>
                <a:ea typeface="Arial"/>
                <a:cs typeface="Arial"/>
                <a:sym typeface="Arial"/>
              </a:defRPr>
            </a:lvl4pPr>
            <a:lvl5pPr marL="0" marR="0" lvl="4" indent="0" algn="r">
              <a:spcBef>
                <a:spcPts val="0"/>
              </a:spcBef>
              <a:spcAft>
                <a:spcPts val="0"/>
              </a:spcAft>
              <a:buNone/>
              <a:defRPr>
                <a:solidFill>
                  <a:srgbClr val="0000FF"/>
                </a:solidFill>
                <a:latin typeface="Arial"/>
                <a:ea typeface="Arial"/>
                <a:cs typeface="Arial"/>
                <a:sym typeface="Arial"/>
              </a:defRPr>
            </a:lvl5pPr>
            <a:lvl6pPr marL="0" marR="0" lvl="5" indent="0" algn="r">
              <a:spcBef>
                <a:spcPts val="0"/>
              </a:spcBef>
              <a:spcAft>
                <a:spcPts val="0"/>
              </a:spcAft>
              <a:buNone/>
              <a:defRPr>
                <a:solidFill>
                  <a:srgbClr val="0000FF"/>
                </a:solidFill>
                <a:latin typeface="Arial"/>
                <a:ea typeface="Arial"/>
                <a:cs typeface="Arial"/>
                <a:sym typeface="Arial"/>
              </a:defRPr>
            </a:lvl6pPr>
            <a:lvl7pPr marL="0" marR="0" lvl="6" indent="0" algn="r">
              <a:spcBef>
                <a:spcPts val="0"/>
              </a:spcBef>
              <a:spcAft>
                <a:spcPts val="0"/>
              </a:spcAft>
              <a:buNone/>
              <a:defRPr>
                <a:solidFill>
                  <a:srgbClr val="0000FF"/>
                </a:solidFill>
                <a:latin typeface="Arial"/>
                <a:ea typeface="Arial"/>
                <a:cs typeface="Arial"/>
                <a:sym typeface="Arial"/>
              </a:defRPr>
            </a:lvl7pPr>
            <a:lvl8pPr marL="0" marR="0" lvl="7" indent="0" algn="r">
              <a:spcBef>
                <a:spcPts val="0"/>
              </a:spcBef>
              <a:spcAft>
                <a:spcPts val="0"/>
              </a:spcAft>
              <a:buNone/>
              <a:defRPr>
                <a:solidFill>
                  <a:srgbClr val="0000FF"/>
                </a:solidFill>
                <a:latin typeface="Arial"/>
                <a:ea typeface="Arial"/>
                <a:cs typeface="Arial"/>
                <a:sym typeface="Arial"/>
              </a:defRPr>
            </a:lvl8pPr>
            <a:lvl9pPr marL="0" marR="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5" name="Google Shape;75;p24"/>
          <p:cNvSpPr txBox="1">
            <a:spLocks noGrp="1"/>
          </p:cNvSpPr>
          <p:nvPr>
            <p:ph type="body" idx="1"/>
          </p:nvPr>
        </p:nvSpPr>
        <p:spPr>
          <a:xfrm rot="5400000">
            <a:off x="2194719" y="-365918"/>
            <a:ext cx="47545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100"/>
              </a:spcBef>
              <a:spcAft>
                <a:spcPts val="0"/>
              </a:spcAft>
              <a:buClr>
                <a:srgbClr val="002060"/>
              </a:buClr>
              <a:buSzPts val="1800"/>
              <a:buChar char="•"/>
              <a:defRPr/>
            </a:lvl1pPr>
            <a:lvl2pPr marL="914400" lvl="1" indent="-342900" algn="l">
              <a:spcBef>
                <a:spcPts val="300"/>
              </a:spcBef>
              <a:spcAft>
                <a:spcPts val="0"/>
              </a:spcAft>
              <a:buClr>
                <a:srgbClr val="002060"/>
              </a:buClr>
              <a:buSzPts val="1800"/>
              <a:buChar char="–"/>
              <a:defRPr/>
            </a:lvl2pPr>
            <a:lvl3pPr marL="1371600" lvl="2" indent="-342900" algn="l">
              <a:spcBef>
                <a:spcPts val="300"/>
              </a:spcBef>
              <a:spcAft>
                <a:spcPts val="0"/>
              </a:spcAft>
              <a:buClr>
                <a:srgbClr val="002060"/>
              </a:buClr>
              <a:buSzPts val="1800"/>
              <a:buChar char="•"/>
              <a:defRPr/>
            </a:lvl3pPr>
            <a:lvl4pPr marL="1828800" lvl="3" indent="-342900" algn="l">
              <a:spcBef>
                <a:spcPts val="300"/>
              </a:spcBef>
              <a:spcAft>
                <a:spcPts val="0"/>
              </a:spcAft>
              <a:buClr>
                <a:srgbClr val="002060"/>
              </a:buClr>
              <a:buSzPts val="1800"/>
              <a:buChar char="–"/>
              <a:defRPr/>
            </a:lvl4pPr>
            <a:lvl5pPr marL="2286000" lvl="4" indent="-342900" algn="l">
              <a:spcBef>
                <a:spcPts val="300"/>
              </a:spcBef>
              <a:spcAft>
                <a:spcPts val="0"/>
              </a:spcAft>
              <a:buClr>
                <a:srgbClr val="002060"/>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6" name="Google Shape;76;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a:solidFill>
                  <a:srgbClr val="0000FF"/>
                </a:solidFill>
                <a:latin typeface="Arial"/>
                <a:ea typeface="Arial"/>
                <a:cs typeface="Arial"/>
                <a:sym typeface="Arial"/>
              </a:defRPr>
            </a:lvl1pPr>
            <a:lvl2pPr marL="0" marR="0" lvl="1" indent="0" algn="r">
              <a:spcBef>
                <a:spcPts val="0"/>
              </a:spcBef>
              <a:spcAft>
                <a:spcPts val="0"/>
              </a:spcAft>
              <a:buNone/>
              <a:defRPr>
                <a:solidFill>
                  <a:srgbClr val="0000FF"/>
                </a:solidFill>
                <a:latin typeface="Arial"/>
                <a:ea typeface="Arial"/>
                <a:cs typeface="Arial"/>
                <a:sym typeface="Arial"/>
              </a:defRPr>
            </a:lvl2pPr>
            <a:lvl3pPr marL="0" marR="0" lvl="2" indent="0" algn="r">
              <a:spcBef>
                <a:spcPts val="0"/>
              </a:spcBef>
              <a:spcAft>
                <a:spcPts val="0"/>
              </a:spcAft>
              <a:buNone/>
              <a:defRPr>
                <a:solidFill>
                  <a:srgbClr val="0000FF"/>
                </a:solidFill>
                <a:latin typeface="Arial"/>
                <a:ea typeface="Arial"/>
                <a:cs typeface="Arial"/>
                <a:sym typeface="Arial"/>
              </a:defRPr>
            </a:lvl3pPr>
            <a:lvl4pPr marL="0" marR="0" lvl="3" indent="0" algn="r">
              <a:spcBef>
                <a:spcPts val="0"/>
              </a:spcBef>
              <a:spcAft>
                <a:spcPts val="0"/>
              </a:spcAft>
              <a:buNone/>
              <a:defRPr>
                <a:solidFill>
                  <a:srgbClr val="0000FF"/>
                </a:solidFill>
                <a:latin typeface="Arial"/>
                <a:ea typeface="Arial"/>
                <a:cs typeface="Arial"/>
                <a:sym typeface="Arial"/>
              </a:defRPr>
            </a:lvl4pPr>
            <a:lvl5pPr marL="0" marR="0" lvl="4" indent="0" algn="r">
              <a:spcBef>
                <a:spcPts val="0"/>
              </a:spcBef>
              <a:spcAft>
                <a:spcPts val="0"/>
              </a:spcAft>
              <a:buNone/>
              <a:defRPr>
                <a:solidFill>
                  <a:srgbClr val="0000FF"/>
                </a:solidFill>
                <a:latin typeface="Arial"/>
                <a:ea typeface="Arial"/>
                <a:cs typeface="Arial"/>
                <a:sym typeface="Arial"/>
              </a:defRPr>
            </a:lvl5pPr>
            <a:lvl6pPr marL="0" marR="0" lvl="5" indent="0" algn="r">
              <a:spcBef>
                <a:spcPts val="0"/>
              </a:spcBef>
              <a:spcAft>
                <a:spcPts val="0"/>
              </a:spcAft>
              <a:buNone/>
              <a:defRPr>
                <a:solidFill>
                  <a:srgbClr val="0000FF"/>
                </a:solidFill>
                <a:latin typeface="Arial"/>
                <a:ea typeface="Arial"/>
                <a:cs typeface="Arial"/>
                <a:sym typeface="Arial"/>
              </a:defRPr>
            </a:lvl6pPr>
            <a:lvl7pPr marL="0" marR="0" lvl="6" indent="0" algn="r">
              <a:spcBef>
                <a:spcPts val="0"/>
              </a:spcBef>
              <a:spcAft>
                <a:spcPts val="0"/>
              </a:spcAft>
              <a:buNone/>
              <a:defRPr>
                <a:solidFill>
                  <a:srgbClr val="0000FF"/>
                </a:solidFill>
                <a:latin typeface="Arial"/>
                <a:ea typeface="Arial"/>
                <a:cs typeface="Arial"/>
                <a:sym typeface="Arial"/>
              </a:defRPr>
            </a:lvl7pPr>
            <a:lvl8pPr marL="0" marR="0" lvl="7" indent="0" algn="r">
              <a:spcBef>
                <a:spcPts val="0"/>
              </a:spcBef>
              <a:spcAft>
                <a:spcPts val="0"/>
              </a:spcAft>
              <a:buNone/>
              <a:defRPr>
                <a:solidFill>
                  <a:srgbClr val="0000FF"/>
                </a:solidFill>
                <a:latin typeface="Arial"/>
                <a:ea typeface="Arial"/>
                <a:cs typeface="Arial"/>
                <a:sym typeface="Arial"/>
              </a:defRPr>
            </a:lvl8pPr>
            <a:lvl9pPr marL="0" marR="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2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100"/>
              </a:spcBef>
              <a:spcAft>
                <a:spcPts val="0"/>
              </a:spcAft>
              <a:buClr>
                <a:srgbClr val="002060"/>
              </a:buClr>
              <a:buSzPts val="1800"/>
              <a:buChar char="•"/>
              <a:defRPr/>
            </a:lvl1pPr>
            <a:lvl2pPr marL="914400" lvl="1" indent="-342900" algn="l">
              <a:spcBef>
                <a:spcPts val="300"/>
              </a:spcBef>
              <a:spcAft>
                <a:spcPts val="0"/>
              </a:spcAft>
              <a:buClr>
                <a:srgbClr val="002060"/>
              </a:buClr>
              <a:buSzPts val="1800"/>
              <a:buChar char="–"/>
              <a:defRPr/>
            </a:lvl2pPr>
            <a:lvl3pPr marL="1371600" lvl="2" indent="-342900" algn="l">
              <a:spcBef>
                <a:spcPts val="300"/>
              </a:spcBef>
              <a:spcAft>
                <a:spcPts val="0"/>
              </a:spcAft>
              <a:buClr>
                <a:srgbClr val="002060"/>
              </a:buClr>
              <a:buSzPts val="1800"/>
              <a:buChar char="•"/>
              <a:defRPr/>
            </a:lvl3pPr>
            <a:lvl4pPr marL="1828800" lvl="3" indent="-342900" algn="l">
              <a:spcBef>
                <a:spcPts val="300"/>
              </a:spcBef>
              <a:spcAft>
                <a:spcPts val="0"/>
              </a:spcAft>
              <a:buClr>
                <a:srgbClr val="002060"/>
              </a:buClr>
              <a:buSzPts val="1800"/>
              <a:buChar char="–"/>
              <a:defRPr/>
            </a:lvl4pPr>
            <a:lvl5pPr marL="2286000" lvl="4" indent="-342900" algn="l">
              <a:spcBef>
                <a:spcPts val="300"/>
              </a:spcBef>
              <a:spcAft>
                <a:spcPts val="0"/>
              </a:spcAft>
              <a:buClr>
                <a:srgbClr val="002060"/>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a:solidFill>
                  <a:srgbClr val="0000FF"/>
                </a:solidFill>
                <a:latin typeface="Arial"/>
                <a:ea typeface="Arial"/>
                <a:cs typeface="Arial"/>
                <a:sym typeface="Arial"/>
              </a:defRPr>
            </a:lvl1pPr>
            <a:lvl2pPr marL="0" marR="0" lvl="1" indent="0" algn="r">
              <a:spcBef>
                <a:spcPts val="0"/>
              </a:spcBef>
              <a:spcAft>
                <a:spcPts val="0"/>
              </a:spcAft>
              <a:buNone/>
              <a:defRPr>
                <a:solidFill>
                  <a:srgbClr val="0000FF"/>
                </a:solidFill>
                <a:latin typeface="Arial"/>
                <a:ea typeface="Arial"/>
                <a:cs typeface="Arial"/>
                <a:sym typeface="Arial"/>
              </a:defRPr>
            </a:lvl2pPr>
            <a:lvl3pPr marL="0" marR="0" lvl="2" indent="0" algn="r">
              <a:spcBef>
                <a:spcPts val="0"/>
              </a:spcBef>
              <a:spcAft>
                <a:spcPts val="0"/>
              </a:spcAft>
              <a:buNone/>
              <a:defRPr>
                <a:solidFill>
                  <a:srgbClr val="0000FF"/>
                </a:solidFill>
                <a:latin typeface="Arial"/>
                <a:ea typeface="Arial"/>
                <a:cs typeface="Arial"/>
                <a:sym typeface="Arial"/>
              </a:defRPr>
            </a:lvl3pPr>
            <a:lvl4pPr marL="0" marR="0" lvl="3" indent="0" algn="r">
              <a:spcBef>
                <a:spcPts val="0"/>
              </a:spcBef>
              <a:spcAft>
                <a:spcPts val="0"/>
              </a:spcAft>
              <a:buNone/>
              <a:defRPr>
                <a:solidFill>
                  <a:srgbClr val="0000FF"/>
                </a:solidFill>
                <a:latin typeface="Arial"/>
                <a:ea typeface="Arial"/>
                <a:cs typeface="Arial"/>
                <a:sym typeface="Arial"/>
              </a:defRPr>
            </a:lvl4pPr>
            <a:lvl5pPr marL="0" marR="0" lvl="4" indent="0" algn="r">
              <a:spcBef>
                <a:spcPts val="0"/>
              </a:spcBef>
              <a:spcAft>
                <a:spcPts val="0"/>
              </a:spcAft>
              <a:buNone/>
              <a:defRPr>
                <a:solidFill>
                  <a:srgbClr val="0000FF"/>
                </a:solidFill>
                <a:latin typeface="Arial"/>
                <a:ea typeface="Arial"/>
                <a:cs typeface="Arial"/>
                <a:sym typeface="Arial"/>
              </a:defRPr>
            </a:lvl5pPr>
            <a:lvl6pPr marL="0" marR="0" lvl="5" indent="0" algn="r">
              <a:spcBef>
                <a:spcPts val="0"/>
              </a:spcBef>
              <a:spcAft>
                <a:spcPts val="0"/>
              </a:spcAft>
              <a:buNone/>
              <a:defRPr>
                <a:solidFill>
                  <a:srgbClr val="0000FF"/>
                </a:solidFill>
                <a:latin typeface="Arial"/>
                <a:ea typeface="Arial"/>
                <a:cs typeface="Arial"/>
                <a:sym typeface="Arial"/>
              </a:defRPr>
            </a:lvl6pPr>
            <a:lvl7pPr marL="0" marR="0" lvl="6" indent="0" algn="r">
              <a:spcBef>
                <a:spcPts val="0"/>
              </a:spcBef>
              <a:spcAft>
                <a:spcPts val="0"/>
              </a:spcAft>
              <a:buNone/>
              <a:defRPr>
                <a:solidFill>
                  <a:srgbClr val="0000FF"/>
                </a:solidFill>
                <a:latin typeface="Arial"/>
                <a:ea typeface="Arial"/>
                <a:cs typeface="Arial"/>
                <a:sym typeface="Arial"/>
              </a:defRPr>
            </a:lvl7pPr>
            <a:lvl8pPr marL="0" marR="0" lvl="7" indent="0" algn="r">
              <a:spcBef>
                <a:spcPts val="0"/>
              </a:spcBef>
              <a:spcAft>
                <a:spcPts val="0"/>
              </a:spcAft>
              <a:buNone/>
              <a:defRPr>
                <a:solidFill>
                  <a:srgbClr val="0000FF"/>
                </a:solidFill>
                <a:latin typeface="Arial"/>
                <a:ea typeface="Arial"/>
                <a:cs typeface="Arial"/>
                <a:sym typeface="Arial"/>
              </a:defRPr>
            </a:lvl8pPr>
            <a:lvl9pPr marL="0" marR="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1pPr>
            <a:lvl2pPr marR="0" lvl="1"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2pPr>
            <a:lvl3pPr marR="0" lvl="2"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3pPr>
            <a:lvl4pPr marR="0" lvl="3"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4pPr>
            <a:lvl5pPr marR="0" lvl="4"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14"/>
          <p:cNvSpPr txBox="1">
            <a:spLocks noGrp="1"/>
          </p:cNvSpPr>
          <p:nvPr>
            <p:ph type="body" idx="1"/>
          </p:nvPr>
        </p:nvSpPr>
        <p:spPr>
          <a:xfrm>
            <a:off x="457200" y="1371600"/>
            <a:ext cx="8229600" cy="47545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100"/>
              </a:spcBef>
              <a:spcAft>
                <a:spcPts val="0"/>
              </a:spcAft>
              <a:buClr>
                <a:srgbClr val="002060"/>
              </a:buClr>
              <a:buSzPts val="2800"/>
              <a:buFont typeface="Arial"/>
              <a:buChar char="•"/>
              <a:defRPr sz="2800" b="1" i="0" u="none" strike="noStrike" cap="none">
                <a:solidFill>
                  <a:srgbClr val="002060"/>
                </a:solidFill>
                <a:latin typeface="Arial"/>
                <a:ea typeface="Arial"/>
                <a:cs typeface="Arial"/>
                <a:sym typeface="Arial"/>
              </a:defRPr>
            </a:lvl1pPr>
            <a:lvl2pPr marL="914400" marR="0" lvl="1" indent="-381000" algn="l" rtl="0">
              <a:spcBef>
                <a:spcPts val="300"/>
              </a:spcBef>
              <a:spcAft>
                <a:spcPts val="0"/>
              </a:spcAft>
              <a:buClr>
                <a:srgbClr val="002060"/>
              </a:buClr>
              <a:buSzPts val="2400"/>
              <a:buFont typeface="Arial"/>
              <a:buChar char="–"/>
              <a:defRPr sz="2400" b="0" i="0" u="none" strike="noStrike" cap="none">
                <a:solidFill>
                  <a:srgbClr val="002060"/>
                </a:solidFill>
                <a:latin typeface="Arial"/>
                <a:ea typeface="Arial"/>
                <a:cs typeface="Arial"/>
                <a:sym typeface="Arial"/>
              </a:defRPr>
            </a:lvl2pPr>
            <a:lvl3pPr marL="1371600" marR="0" lvl="2" indent="-355600" algn="l" rtl="0">
              <a:spcBef>
                <a:spcPts val="300"/>
              </a:spcBef>
              <a:spcAft>
                <a:spcPts val="0"/>
              </a:spcAft>
              <a:buClr>
                <a:srgbClr val="002060"/>
              </a:buClr>
              <a:buSzPts val="2000"/>
              <a:buFont typeface="Arial"/>
              <a:buChar char="•"/>
              <a:defRPr sz="2000" b="0" i="0" u="none" strike="noStrike" cap="none">
                <a:solidFill>
                  <a:srgbClr val="002060"/>
                </a:solidFill>
                <a:latin typeface="Arial"/>
                <a:ea typeface="Arial"/>
                <a:cs typeface="Arial"/>
                <a:sym typeface="Arial"/>
              </a:defRPr>
            </a:lvl3pPr>
            <a:lvl4pPr marL="1828800" marR="0" lvl="3" indent="-355600" algn="l" rtl="0">
              <a:spcBef>
                <a:spcPts val="300"/>
              </a:spcBef>
              <a:spcAft>
                <a:spcPts val="0"/>
              </a:spcAft>
              <a:buClr>
                <a:srgbClr val="002060"/>
              </a:buClr>
              <a:buSzPts val="2000"/>
              <a:buFont typeface="Arial"/>
              <a:buChar char="–"/>
              <a:defRPr sz="2000" b="0" i="0" u="none" strike="noStrike" cap="none">
                <a:solidFill>
                  <a:srgbClr val="002060"/>
                </a:solidFill>
                <a:latin typeface="Arial"/>
                <a:ea typeface="Arial"/>
                <a:cs typeface="Arial"/>
                <a:sym typeface="Arial"/>
              </a:defRPr>
            </a:lvl4pPr>
            <a:lvl5pPr marL="2286000" marR="0" lvl="4" indent="-355600" algn="l" rtl="0">
              <a:spcBef>
                <a:spcPts val="300"/>
              </a:spcBef>
              <a:spcAft>
                <a:spcPts val="0"/>
              </a:spcAft>
              <a:buClr>
                <a:srgbClr val="002060"/>
              </a:buClr>
              <a:buSzPts val="2000"/>
              <a:buFont typeface="Arial"/>
              <a:buChar char="»"/>
              <a:defRPr sz="2000" b="0" i="0" u="none" strike="noStrike" cap="none">
                <a:solidFill>
                  <a:srgbClr val="002060"/>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800" b="0" i="0" u="none" strike="noStrike" cap="none">
                <a:solidFill>
                  <a:srgbClr val="0000FF"/>
                </a:solidFill>
                <a:latin typeface="Arial"/>
                <a:ea typeface="Arial"/>
                <a:cs typeface="Arial"/>
                <a:sym typeface="Arial"/>
              </a:defRPr>
            </a:lvl1pPr>
            <a:lvl2pPr marL="0" marR="0" lvl="1" indent="0" algn="r" rtl="0">
              <a:spcBef>
                <a:spcPts val="0"/>
              </a:spcBef>
              <a:spcAft>
                <a:spcPts val="0"/>
              </a:spcAft>
              <a:buNone/>
              <a:defRPr sz="1800" b="0" i="0" u="none" strike="noStrike" cap="none">
                <a:solidFill>
                  <a:srgbClr val="0000FF"/>
                </a:solidFill>
                <a:latin typeface="Arial"/>
                <a:ea typeface="Arial"/>
                <a:cs typeface="Arial"/>
                <a:sym typeface="Arial"/>
              </a:defRPr>
            </a:lvl2pPr>
            <a:lvl3pPr marL="0" marR="0" lvl="2" indent="0" algn="r" rtl="0">
              <a:spcBef>
                <a:spcPts val="0"/>
              </a:spcBef>
              <a:spcAft>
                <a:spcPts val="0"/>
              </a:spcAft>
              <a:buNone/>
              <a:defRPr sz="1800" b="0" i="0" u="none" strike="noStrike" cap="none">
                <a:solidFill>
                  <a:srgbClr val="0000FF"/>
                </a:solidFill>
                <a:latin typeface="Arial"/>
                <a:ea typeface="Arial"/>
                <a:cs typeface="Arial"/>
                <a:sym typeface="Arial"/>
              </a:defRPr>
            </a:lvl3pPr>
            <a:lvl4pPr marL="0" marR="0" lvl="3" indent="0" algn="r" rtl="0">
              <a:spcBef>
                <a:spcPts val="0"/>
              </a:spcBef>
              <a:spcAft>
                <a:spcPts val="0"/>
              </a:spcAft>
              <a:buNone/>
              <a:defRPr sz="1800" b="0" i="0" u="none" strike="noStrike" cap="none">
                <a:solidFill>
                  <a:srgbClr val="0000FF"/>
                </a:solidFill>
                <a:latin typeface="Arial"/>
                <a:ea typeface="Arial"/>
                <a:cs typeface="Arial"/>
                <a:sym typeface="Arial"/>
              </a:defRPr>
            </a:lvl4pPr>
            <a:lvl5pPr marL="0" marR="0" lvl="4" indent="0" algn="r" rtl="0">
              <a:spcBef>
                <a:spcPts val="0"/>
              </a:spcBef>
              <a:spcAft>
                <a:spcPts val="0"/>
              </a:spcAft>
              <a:buNone/>
              <a:defRPr sz="1800" b="0" i="0" u="none" strike="noStrike" cap="none">
                <a:solidFill>
                  <a:srgbClr val="0000FF"/>
                </a:solidFill>
                <a:latin typeface="Arial"/>
                <a:ea typeface="Arial"/>
                <a:cs typeface="Arial"/>
                <a:sym typeface="Arial"/>
              </a:defRPr>
            </a:lvl5pPr>
            <a:lvl6pPr marL="0" marR="0" lvl="5" indent="0" algn="r" rtl="0">
              <a:spcBef>
                <a:spcPts val="0"/>
              </a:spcBef>
              <a:spcAft>
                <a:spcPts val="0"/>
              </a:spcAft>
              <a:buNone/>
              <a:defRPr sz="1800" b="0" i="0" u="none" strike="noStrike" cap="none">
                <a:solidFill>
                  <a:srgbClr val="0000FF"/>
                </a:solidFill>
                <a:latin typeface="Arial"/>
                <a:ea typeface="Arial"/>
                <a:cs typeface="Arial"/>
                <a:sym typeface="Arial"/>
              </a:defRPr>
            </a:lvl6pPr>
            <a:lvl7pPr marL="0" marR="0" lvl="6" indent="0" algn="r" rtl="0">
              <a:spcBef>
                <a:spcPts val="0"/>
              </a:spcBef>
              <a:spcAft>
                <a:spcPts val="0"/>
              </a:spcAft>
              <a:buNone/>
              <a:defRPr sz="1800" b="0" i="0" u="none" strike="noStrike" cap="none">
                <a:solidFill>
                  <a:srgbClr val="0000FF"/>
                </a:solidFill>
                <a:latin typeface="Arial"/>
                <a:ea typeface="Arial"/>
                <a:cs typeface="Arial"/>
                <a:sym typeface="Arial"/>
              </a:defRPr>
            </a:lvl7pPr>
            <a:lvl8pPr marL="0" marR="0" lvl="7" indent="0" algn="r" rtl="0">
              <a:spcBef>
                <a:spcPts val="0"/>
              </a:spcBef>
              <a:spcAft>
                <a:spcPts val="0"/>
              </a:spcAft>
              <a:buNone/>
              <a:defRPr sz="1800" b="0" i="0" u="none" strike="noStrike" cap="none">
                <a:solidFill>
                  <a:srgbClr val="0000FF"/>
                </a:solidFill>
                <a:latin typeface="Arial"/>
                <a:ea typeface="Arial"/>
                <a:cs typeface="Arial"/>
                <a:sym typeface="Arial"/>
              </a:defRPr>
            </a:lvl8pPr>
            <a:lvl9pPr marL="0" marR="0" lvl="8" indent="0" algn="r" rtl="0">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0.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19.png"/><Relationship Id="rId4" Type="http://schemas.openxmlformats.org/officeDocument/2006/relationships/image" Target="../media/image18.jpg"/></Relationships>
</file>

<file path=ppt/slides/_rels/slide1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p:nvPr/>
        </p:nvSpPr>
        <p:spPr>
          <a:xfrm>
            <a:off x="152400" y="112693"/>
            <a:ext cx="6858000"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2800"/>
              <a:buFont typeface="Arial"/>
              <a:buNone/>
            </a:pPr>
            <a:r>
              <a:rPr lang="en-US" sz="2800" b="1" i="0" u="none" strike="noStrike" cap="none" dirty="0">
                <a:solidFill>
                  <a:schemeClr val="lt1"/>
                </a:solidFill>
                <a:latin typeface="Calibri"/>
                <a:ea typeface="Calibri"/>
                <a:cs typeface="Calibri"/>
                <a:sym typeface="Calibri"/>
              </a:rPr>
              <a:t>Báo </a:t>
            </a:r>
            <a:r>
              <a:rPr lang="en-US" sz="2800" b="1" i="0" u="none" strike="noStrike" cap="none" dirty="0" err="1">
                <a:solidFill>
                  <a:schemeClr val="lt1"/>
                </a:solidFill>
                <a:latin typeface="Calibri"/>
                <a:ea typeface="Calibri"/>
                <a:cs typeface="Calibri"/>
                <a:sym typeface="Calibri"/>
              </a:rPr>
              <a:t>cáo</a:t>
            </a:r>
            <a:r>
              <a:rPr lang="en-US" sz="2800" b="1" i="0" u="none" strike="noStrike" cap="none" dirty="0">
                <a:solidFill>
                  <a:schemeClr val="lt1"/>
                </a:solidFill>
                <a:latin typeface="Calibri"/>
                <a:ea typeface="Calibri"/>
                <a:cs typeface="Calibri"/>
                <a:sym typeface="Calibri"/>
              </a:rPr>
              <a:t> </a:t>
            </a:r>
            <a:r>
              <a:rPr lang="en-US" sz="2800" b="1" i="0" u="none" strike="noStrike" cap="none" dirty="0" err="1">
                <a:solidFill>
                  <a:schemeClr val="lt1"/>
                </a:solidFill>
                <a:latin typeface="Calibri"/>
                <a:ea typeface="Calibri"/>
                <a:cs typeface="Calibri"/>
                <a:sym typeface="Calibri"/>
              </a:rPr>
              <a:t>Bài</a:t>
            </a:r>
            <a:r>
              <a:rPr lang="en-US" sz="2800" b="1" i="0" u="none" strike="noStrike" cap="none" dirty="0">
                <a:solidFill>
                  <a:schemeClr val="lt1"/>
                </a:solidFill>
                <a:latin typeface="Calibri"/>
                <a:ea typeface="Calibri"/>
                <a:cs typeface="Calibri"/>
                <a:sym typeface="Calibri"/>
              </a:rPr>
              <a:t> </a:t>
            </a:r>
            <a:r>
              <a:rPr lang="en-US" sz="2800" b="1" i="0" u="none" strike="noStrike" cap="none" dirty="0" err="1">
                <a:solidFill>
                  <a:schemeClr val="lt1"/>
                </a:solidFill>
                <a:latin typeface="Calibri"/>
                <a:ea typeface="Calibri"/>
                <a:cs typeface="Calibri"/>
                <a:sym typeface="Calibri"/>
              </a:rPr>
              <a:t>Tập</a:t>
            </a:r>
            <a:r>
              <a:rPr lang="en-US" sz="2800" b="1" i="0" u="none" strike="noStrike" cap="none" dirty="0">
                <a:solidFill>
                  <a:schemeClr val="lt1"/>
                </a:solidFill>
                <a:latin typeface="Calibri"/>
                <a:ea typeface="Calibri"/>
                <a:cs typeface="Calibri"/>
                <a:sym typeface="Calibri"/>
              </a:rPr>
              <a:t> </a:t>
            </a:r>
            <a:r>
              <a:rPr lang="en-US" sz="2800" b="1" i="0" u="none" strike="noStrike" cap="none" dirty="0" err="1">
                <a:solidFill>
                  <a:schemeClr val="lt1"/>
                </a:solidFill>
                <a:latin typeface="Calibri"/>
                <a:ea typeface="Calibri"/>
                <a:cs typeface="Calibri"/>
                <a:sym typeface="Calibri"/>
              </a:rPr>
              <a:t>Lớn</a:t>
            </a:r>
            <a:endParaRPr sz="2800" b="1" i="0" u="none" strike="noStrike" cap="none" dirty="0">
              <a:solidFill>
                <a:schemeClr val="lt1"/>
              </a:solidFill>
              <a:latin typeface="Calibri"/>
              <a:ea typeface="Calibri"/>
              <a:cs typeface="Calibri"/>
              <a:sym typeface="Calibri"/>
            </a:endParaRPr>
          </a:p>
          <a:p>
            <a:pPr marL="0" marR="0" lvl="0" indent="0" algn="l" rtl="0">
              <a:spcBef>
                <a:spcPts val="0"/>
              </a:spcBef>
              <a:spcAft>
                <a:spcPts val="0"/>
              </a:spcAft>
              <a:buClr>
                <a:schemeClr val="lt1"/>
              </a:buClr>
              <a:buSzPts val="2800"/>
              <a:buFont typeface="Arial"/>
              <a:buNone/>
            </a:pPr>
            <a:r>
              <a:rPr lang="en-US" sz="2800" b="1" i="0" u="none" strike="noStrike" cap="none" dirty="0">
                <a:solidFill>
                  <a:schemeClr val="lt1"/>
                </a:solidFill>
                <a:latin typeface="Calibri"/>
                <a:ea typeface="Calibri"/>
                <a:cs typeface="Calibri"/>
                <a:sym typeface="Calibri"/>
              </a:rPr>
              <a:t>Môn: </a:t>
            </a:r>
            <a:r>
              <a:rPr lang="en-US" sz="2800" b="1" i="0" u="none" strike="noStrike" cap="none" dirty="0" err="1">
                <a:solidFill>
                  <a:schemeClr val="lt1"/>
                </a:solidFill>
                <a:latin typeface="Calibri"/>
                <a:ea typeface="Calibri"/>
                <a:cs typeface="Calibri"/>
                <a:sym typeface="Calibri"/>
              </a:rPr>
              <a:t>Nguồn</a:t>
            </a:r>
            <a:r>
              <a:rPr lang="en-US" sz="2800" b="1" i="0" u="none" strike="noStrike" cap="none" dirty="0">
                <a:solidFill>
                  <a:schemeClr val="lt1"/>
                </a:solidFill>
                <a:latin typeface="Calibri"/>
                <a:ea typeface="Calibri"/>
                <a:cs typeface="Calibri"/>
                <a:sym typeface="Calibri"/>
              </a:rPr>
              <a:t> </a:t>
            </a:r>
            <a:r>
              <a:rPr lang="en-US" sz="2800" b="1" i="0" u="none" strike="noStrike" cap="none" dirty="0" err="1">
                <a:solidFill>
                  <a:schemeClr val="lt1"/>
                </a:solidFill>
                <a:latin typeface="Calibri"/>
                <a:ea typeface="Calibri"/>
                <a:cs typeface="Calibri"/>
                <a:sym typeface="Calibri"/>
              </a:rPr>
              <a:t>Điện</a:t>
            </a:r>
            <a:endParaRPr dirty="0"/>
          </a:p>
        </p:txBody>
      </p:sp>
      <p:sp>
        <p:nvSpPr>
          <p:cNvPr id="91" name="Google Shape;91;p1"/>
          <p:cNvSpPr txBox="1"/>
          <p:nvPr/>
        </p:nvSpPr>
        <p:spPr>
          <a:xfrm>
            <a:off x="381000" y="1557653"/>
            <a:ext cx="8382000" cy="16311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2800"/>
              <a:buFont typeface="Arial"/>
              <a:buNone/>
            </a:pPr>
            <a:r>
              <a:rPr lang="en-US" sz="2800" b="1" i="0" u="none" strike="noStrike" cap="none" dirty="0" err="1">
                <a:solidFill>
                  <a:schemeClr val="dk1"/>
                </a:solidFill>
                <a:latin typeface="Calibri"/>
                <a:ea typeface="Calibri"/>
                <a:cs typeface="Calibri"/>
                <a:sym typeface="Calibri"/>
              </a:rPr>
              <a:t>Nội</a:t>
            </a:r>
            <a:r>
              <a:rPr lang="en-US" sz="2800" b="1" i="0" u="none" strike="noStrike" cap="none" dirty="0">
                <a:solidFill>
                  <a:schemeClr val="dk1"/>
                </a:solidFill>
                <a:latin typeface="Calibri"/>
                <a:ea typeface="Calibri"/>
                <a:cs typeface="Calibri"/>
                <a:sym typeface="Calibri"/>
              </a:rPr>
              <a:t> dung </a:t>
            </a:r>
            <a:r>
              <a:rPr lang="en-US" sz="2800" b="1" i="0" u="none" strike="noStrike" cap="none" dirty="0" err="1">
                <a:solidFill>
                  <a:schemeClr val="dk1"/>
                </a:solidFill>
                <a:latin typeface="Calibri"/>
                <a:ea typeface="Calibri"/>
                <a:cs typeface="Calibri"/>
                <a:sym typeface="Calibri"/>
              </a:rPr>
              <a:t>báo</a:t>
            </a:r>
            <a:r>
              <a:rPr lang="en-US" sz="2800" b="1" i="0" u="none" strike="noStrike" cap="none" dirty="0">
                <a:solidFill>
                  <a:schemeClr val="dk1"/>
                </a:solidFill>
                <a:latin typeface="Calibri"/>
                <a:ea typeface="Calibri"/>
                <a:cs typeface="Calibri"/>
                <a:sym typeface="Calibri"/>
              </a:rPr>
              <a:t> </a:t>
            </a:r>
            <a:r>
              <a:rPr lang="en-US" sz="2800" b="1" i="0" u="none" strike="noStrike" cap="none" dirty="0" err="1">
                <a:solidFill>
                  <a:schemeClr val="dk1"/>
                </a:solidFill>
                <a:latin typeface="Calibri"/>
                <a:ea typeface="Calibri"/>
                <a:cs typeface="Calibri"/>
                <a:sym typeface="Calibri"/>
              </a:rPr>
              <a:t>cáo</a:t>
            </a:r>
            <a:r>
              <a:rPr lang="en-US" sz="2800" b="1" i="0" u="none" strike="noStrike" cap="none" dirty="0">
                <a:solidFill>
                  <a:schemeClr val="dk1"/>
                </a:solidFill>
                <a:latin typeface="Calibri"/>
                <a:ea typeface="Calibri"/>
                <a:cs typeface="Calibri"/>
                <a:sym typeface="Calibri"/>
              </a:rPr>
              <a:t>: </a:t>
            </a:r>
            <a:endParaRPr dirty="0"/>
          </a:p>
          <a:p>
            <a:pPr marL="0" marR="0" lvl="0" indent="0" algn="just" rtl="0">
              <a:spcBef>
                <a:spcPts val="0"/>
              </a:spcBef>
              <a:spcAft>
                <a:spcPts val="0"/>
              </a:spcAft>
              <a:buClr>
                <a:srgbClr val="212529"/>
              </a:buClr>
              <a:buSzPts val="2400"/>
              <a:buFont typeface="Arial"/>
              <a:buNone/>
            </a:pPr>
            <a:r>
              <a:rPr lang="en-US" sz="2400" b="0" i="0" u="none" strike="noStrike" cap="none" dirty="0">
                <a:solidFill>
                  <a:srgbClr val="212529"/>
                </a:solidFill>
                <a:latin typeface="Calibri"/>
                <a:ea typeface="Calibri"/>
                <a:cs typeface="Calibri"/>
                <a:sym typeface="Calibri"/>
              </a:rPr>
              <a:t>- </a:t>
            </a:r>
            <a:r>
              <a:rPr lang="en-US" sz="2400" b="0" i="0" u="none" strike="noStrike" cap="none" dirty="0" err="1">
                <a:solidFill>
                  <a:srgbClr val="212529"/>
                </a:solidFill>
                <a:latin typeface="Calibri"/>
                <a:ea typeface="Calibri"/>
                <a:cs typeface="Calibri"/>
                <a:sym typeface="Calibri"/>
              </a:rPr>
              <a:t>Tìm</a:t>
            </a:r>
            <a:r>
              <a:rPr lang="en-US" sz="2400" b="0" i="0" u="none" strike="noStrike" cap="none" dirty="0">
                <a:solidFill>
                  <a:srgbClr val="212529"/>
                </a:solidFill>
                <a:latin typeface="Calibri"/>
                <a:ea typeface="Calibri"/>
                <a:cs typeface="Calibri"/>
                <a:sym typeface="Calibri"/>
              </a:rPr>
              <a:t> </a:t>
            </a:r>
            <a:r>
              <a:rPr lang="en-US" sz="2400" b="0" i="0" u="none" strike="noStrike" cap="none" dirty="0" err="1">
                <a:solidFill>
                  <a:srgbClr val="212529"/>
                </a:solidFill>
                <a:latin typeface="Calibri"/>
                <a:ea typeface="Calibri"/>
                <a:cs typeface="Calibri"/>
                <a:sym typeface="Calibri"/>
              </a:rPr>
              <a:t>hiểu</a:t>
            </a:r>
            <a:r>
              <a:rPr lang="en-US" sz="2400" b="0" i="0" u="none" strike="noStrike" cap="none" dirty="0">
                <a:solidFill>
                  <a:srgbClr val="212529"/>
                </a:solidFill>
                <a:latin typeface="Calibri"/>
                <a:ea typeface="Calibri"/>
                <a:cs typeface="Calibri"/>
                <a:sym typeface="Calibri"/>
              </a:rPr>
              <a:t> </a:t>
            </a:r>
            <a:r>
              <a:rPr lang="en-US" sz="2400" b="0" i="0" u="none" strike="noStrike" cap="none" dirty="0" err="1">
                <a:solidFill>
                  <a:srgbClr val="212529"/>
                </a:solidFill>
                <a:latin typeface="Calibri"/>
                <a:ea typeface="Calibri"/>
                <a:cs typeface="Calibri"/>
                <a:sym typeface="Calibri"/>
              </a:rPr>
              <a:t>về</a:t>
            </a:r>
            <a:r>
              <a:rPr lang="en-US" sz="2400" b="0" i="0" u="none" strike="noStrike" cap="none" dirty="0">
                <a:solidFill>
                  <a:srgbClr val="212529"/>
                </a:solidFill>
                <a:latin typeface="Calibri"/>
                <a:ea typeface="Calibri"/>
                <a:cs typeface="Calibri"/>
                <a:sym typeface="Calibri"/>
              </a:rPr>
              <a:t> </a:t>
            </a:r>
            <a:r>
              <a:rPr lang="en-US" sz="2400" b="1" i="0" u="none" strike="noStrike" cap="none" dirty="0">
                <a:solidFill>
                  <a:srgbClr val="212529"/>
                </a:solidFill>
                <a:latin typeface="Calibri"/>
                <a:ea typeface="Calibri"/>
                <a:cs typeface="Calibri"/>
                <a:sym typeface="Calibri"/>
              </a:rPr>
              <a:t>Linh </a:t>
            </a:r>
            <a:r>
              <a:rPr lang="en-US" sz="2400" b="1" i="0" u="none" strike="noStrike" cap="none" dirty="0" err="1">
                <a:solidFill>
                  <a:srgbClr val="212529"/>
                </a:solidFill>
                <a:latin typeface="Calibri"/>
                <a:ea typeface="Calibri"/>
                <a:cs typeface="Calibri"/>
                <a:sym typeface="Calibri"/>
              </a:rPr>
              <a:t>kiện</a:t>
            </a:r>
            <a:r>
              <a:rPr lang="en-US" sz="2400" b="1" i="0" u="none" strike="noStrike" cap="none" dirty="0">
                <a:solidFill>
                  <a:srgbClr val="212529"/>
                </a:solidFill>
                <a:latin typeface="Calibri"/>
                <a:ea typeface="Calibri"/>
                <a:cs typeface="Calibri"/>
                <a:sym typeface="Calibri"/>
              </a:rPr>
              <a:t> IC AP63300 </a:t>
            </a:r>
            <a:r>
              <a:rPr lang="en-US" sz="2400" b="1" i="0" u="none" strike="noStrike" cap="none" dirty="0" err="1">
                <a:solidFill>
                  <a:srgbClr val="212529"/>
                </a:solidFill>
                <a:latin typeface="Calibri"/>
                <a:ea typeface="Calibri"/>
                <a:cs typeface="Calibri"/>
                <a:sym typeface="Calibri"/>
              </a:rPr>
              <a:t>ứng</a:t>
            </a:r>
            <a:r>
              <a:rPr lang="en-US" sz="2400" b="1" i="0" u="none" strike="noStrike" cap="none" dirty="0">
                <a:solidFill>
                  <a:srgbClr val="212529"/>
                </a:solidFill>
                <a:latin typeface="Calibri"/>
                <a:ea typeface="Calibri"/>
                <a:cs typeface="Calibri"/>
                <a:sym typeface="Calibri"/>
              </a:rPr>
              <a:t> </a:t>
            </a:r>
            <a:r>
              <a:rPr lang="en-US" sz="2400" b="1" i="0" u="none" strike="noStrike" cap="none" dirty="0" err="1">
                <a:solidFill>
                  <a:srgbClr val="212529"/>
                </a:solidFill>
                <a:latin typeface="Calibri"/>
                <a:ea typeface="Calibri"/>
                <a:cs typeface="Calibri"/>
                <a:sym typeface="Calibri"/>
              </a:rPr>
              <a:t>dụng</a:t>
            </a:r>
            <a:r>
              <a:rPr lang="en-US" sz="2400" b="1" i="0" u="none" strike="noStrike" cap="none" dirty="0">
                <a:solidFill>
                  <a:srgbClr val="212529"/>
                </a:solidFill>
                <a:latin typeface="Calibri"/>
                <a:ea typeface="Calibri"/>
                <a:cs typeface="Calibri"/>
                <a:sym typeface="Calibri"/>
              </a:rPr>
              <a:t> </a:t>
            </a:r>
            <a:r>
              <a:rPr lang="en-US" sz="2400" b="1" i="0" u="none" strike="noStrike" cap="none" dirty="0" err="1">
                <a:solidFill>
                  <a:srgbClr val="212529"/>
                </a:solidFill>
                <a:latin typeface="Calibri"/>
                <a:ea typeface="Calibri"/>
                <a:cs typeface="Calibri"/>
                <a:sym typeface="Calibri"/>
              </a:rPr>
              <a:t>vào</a:t>
            </a:r>
            <a:r>
              <a:rPr lang="en-US" sz="2400" b="1" i="0" u="none" strike="noStrike" cap="none" dirty="0">
                <a:solidFill>
                  <a:srgbClr val="212529"/>
                </a:solidFill>
                <a:latin typeface="Calibri"/>
                <a:ea typeface="Calibri"/>
                <a:cs typeface="Calibri"/>
                <a:sym typeface="Calibri"/>
              </a:rPr>
              <a:t> </a:t>
            </a:r>
            <a:r>
              <a:rPr lang="en-US" sz="2400" b="1" i="0" u="none" strike="noStrike" cap="none" dirty="0" err="1">
                <a:solidFill>
                  <a:srgbClr val="212529"/>
                </a:solidFill>
                <a:latin typeface="Calibri"/>
                <a:ea typeface="Calibri"/>
                <a:cs typeface="Calibri"/>
                <a:sym typeface="Calibri"/>
              </a:rPr>
              <a:t>xây</a:t>
            </a:r>
            <a:r>
              <a:rPr lang="en-US" sz="2400" b="1" i="0" u="none" strike="noStrike" cap="none" dirty="0">
                <a:solidFill>
                  <a:srgbClr val="212529"/>
                </a:solidFill>
                <a:latin typeface="Calibri"/>
                <a:ea typeface="Calibri"/>
                <a:cs typeface="Calibri"/>
                <a:sym typeface="Calibri"/>
              </a:rPr>
              <a:t> </a:t>
            </a:r>
            <a:r>
              <a:rPr lang="en-US" sz="2400" b="1" i="0" u="none" strike="noStrike" cap="none" dirty="0" err="1">
                <a:solidFill>
                  <a:srgbClr val="212529"/>
                </a:solidFill>
                <a:latin typeface="Calibri"/>
                <a:ea typeface="Calibri"/>
                <a:cs typeface="Calibri"/>
                <a:sym typeface="Calibri"/>
              </a:rPr>
              <a:t>dựng</a:t>
            </a:r>
            <a:r>
              <a:rPr lang="en-US" sz="2400" b="1" i="0" u="none" strike="noStrike" cap="none" dirty="0">
                <a:solidFill>
                  <a:srgbClr val="212529"/>
                </a:solidFill>
                <a:latin typeface="Calibri"/>
                <a:ea typeface="Calibri"/>
                <a:cs typeface="Calibri"/>
                <a:sym typeface="Calibri"/>
              </a:rPr>
              <a:t> </a:t>
            </a:r>
            <a:r>
              <a:rPr lang="en-US" sz="2400" b="1" i="0" u="none" strike="noStrike" cap="none" dirty="0" err="1">
                <a:solidFill>
                  <a:srgbClr val="212529"/>
                </a:solidFill>
                <a:latin typeface="Calibri"/>
                <a:ea typeface="Calibri"/>
                <a:cs typeface="Calibri"/>
                <a:sym typeface="Calibri"/>
              </a:rPr>
              <a:t>mạch</a:t>
            </a:r>
            <a:r>
              <a:rPr lang="en-US" sz="2400" b="1" i="0" u="none" strike="noStrike" cap="none" dirty="0">
                <a:solidFill>
                  <a:srgbClr val="212529"/>
                </a:solidFill>
                <a:latin typeface="Calibri"/>
                <a:ea typeface="Calibri"/>
                <a:cs typeface="Calibri"/>
                <a:sym typeface="Calibri"/>
              </a:rPr>
              <a:t> </a:t>
            </a:r>
            <a:r>
              <a:rPr lang="en-US" sz="2400" b="1" i="0" u="none" strike="noStrike" cap="none" dirty="0" err="1">
                <a:solidFill>
                  <a:srgbClr val="212529"/>
                </a:solidFill>
                <a:latin typeface="Calibri"/>
                <a:ea typeface="Calibri"/>
                <a:cs typeface="Calibri"/>
                <a:sym typeface="Calibri"/>
              </a:rPr>
              <a:t>hạ</a:t>
            </a:r>
            <a:r>
              <a:rPr lang="en-US" sz="2400" b="1" i="0" u="none" strike="noStrike" cap="none" dirty="0">
                <a:solidFill>
                  <a:srgbClr val="212529"/>
                </a:solidFill>
                <a:latin typeface="Calibri"/>
                <a:ea typeface="Calibri"/>
                <a:cs typeface="Calibri"/>
                <a:sym typeface="Calibri"/>
              </a:rPr>
              <a:t> </a:t>
            </a:r>
            <a:r>
              <a:rPr lang="en-US" sz="2400" b="1" i="0" u="none" strike="noStrike" cap="none" dirty="0" err="1">
                <a:solidFill>
                  <a:srgbClr val="212529"/>
                </a:solidFill>
                <a:latin typeface="Calibri"/>
                <a:ea typeface="Calibri"/>
                <a:cs typeface="Calibri"/>
                <a:sym typeface="Calibri"/>
              </a:rPr>
              <a:t>áp</a:t>
            </a:r>
            <a:r>
              <a:rPr lang="en-US" sz="2400" b="1" i="0" u="none" strike="noStrike" cap="none" dirty="0">
                <a:solidFill>
                  <a:srgbClr val="212529"/>
                </a:solidFill>
                <a:latin typeface="Calibri"/>
                <a:ea typeface="Calibri"/>
                <a:cs typeface="Calibri"/>
                <a:sym typeface="Calibri"/>
              </a:rPr>
              <a:t> </a:t>
            </a:r>
            <a:r>
              <a:rPr lang="en-US" sz="2400" b="0" i="0" u="none" strike="noStrike" cap="none" dirty="0">
                <a:solidFill>
                  <a:srgbClr val="212529"/>
                </a:solidFill>
                <a:latin typeface="Calibri"/>
                <a:ea typeface="Calibri"/>
                <a:cs typeface="Calibri"/>
                <a:sym typeface="Calibri"/>
              </a:rPr>
              <a:t>(</a:t>
            </a:r>
            <a:r>
              <a:rPr lang="en-US" sz="2400" b="1" i="0" u="none" strike="noStrike" cap="none" dirty="0" err="1">
                <a:solidFill>
                  <a:srgbClr val="002060"/>
                </a:solidFill>
                <a:latin typeface="Calibri"/>
                <a:ea typeface="Calibri"/>
                <a:cs typeface="Calibri"/>
                <a:sym typeface="Calibri"/>
              </a:rPr>
              <a:t>Cấu</a:t>
            </a:r>
            <a:r>
              <a:rPr lang="en-US" sz="2400" b="1" i="0" u="none" strike="noStrike" cap="none" dirty="0">
                <a:solidFill>
                  <a:srgbClr val="002060"/>
                </a:solidFill>
                <a:latin typeface="Calibri"/>
                <a:ea typeface="Calibri"/>
                <a:cs typeface="Calibri"/>
                <a:sym typeface="Calibri"/>
              </a:rPr>
              <a:t> </a:t>
            </a:r>
            <a:r>
              <a:rPr lang="en-US" sz="2400" b="1" i="0" u="none" strike="noStrike" cap="none" dirty="0" err="1">
                <a:solidFill>
                  <a:srgbClr val="002060"/>
                </a:solidFill>
                <a:latin typeface="Calibri"/>
                <a:ea typeface="Calibri"/>
                <a:cs typeface="Calibri"/>
                <a:sym typeface="Calibri"/>
              </a:rPr>
              <a:t>tạo</a:t>
            </a:r>
            <a:r>
              <a:rPr lang="en-US" sz="2400" b="1" i="0" u="none" strike="noStrike" cap="none" dirty="0">
                <a:solidFill>
                  <a:srgbClr val="002060"/>
                </a:solidFill>
                <a:latin typeface="Calibri"/>
                <a:ea typeface="Calibri"/>
                <a:cs typeface="Calibri"/>
                <a:sym typeface="Calibri"/>
              </a:rPr>
              <a:t>, Nguyên </a:t>
            </a:r>
            <a:r>
              <a:rPr lang="en-US" sz="2400" b="1" i="0" u="none" strike="noStrike" cap="none" dirty="0" err="1">
                <a:solidFill>
                  <a:srgbClr val="002060"/>
                </a:solidFill>
                <a:latin typeface="Calibri"/>
                <a:ea typeface="Calibri"/>
                <a:cs typeface="Calibri"/>
                <a:sym typeface="Calibri"/>
              </a:rPr>
              <a:t>lý</a:t>
            </a:r>
            <a:r>
              <a:rPr lang="en-US" sz="2400" b="1" i="0" u="none" strike="noStrike" cap="none" dirty="0">
                <a:solidFill>
                  <a:srgbClr val="002060"/>
                </a:solidFill>
                <a:latin typeface="Calibri"/>
                <a:ea typeface="Calibri"/>
                <a:cs typeface="Calibri"/>
                <a:sym typeface="Calibri"/>
              </a:rPr>
              <a:t> </a:t>
            </a:r>
            <a:r>
              <a:rPr lang="en-US" sz="2400" b="1" i="0" u="none" strike="noStrike" cap="none" dirty="0" err="1">
                <a:solidFill>
                  <a:srgbClr val="002060"/>
                </a:solidFill>
                <a:latin typeface="Calibri"/>
                <a:ea typeface="Calibri"/>
                <a:cs typeface="Calibri"/>
                <a:sym typeface="Calibri"/>
              </a:rPr>
              <a:t>hoạt</a:t>
            </a:r>
            <a:r>
              <a:rPr lang="en-US" sz="2400" b="1" i="0" u="none" strike="noStrike" cap="none" dirty="0">
                <a:solidFill>
                  <a:srgbClr val="002060"/>
                </a:solidFill>
                <a:latin typeface="Calibri"/>
                <a:ea typeface="Calibri"/>
                <a:cs typeface="Calibri"/>
                <a:sym typeface="Calibri"/>
              </a:rPr>
              <a:t> </a:t>
            </a:r>
            <a:r>
              <a:rPr lang="en-US" sz="2400" b="1" i="0" u="none" strike="noStrike" cap="none" dirty="0" err="1">
                <a:solidFill>
                  <a:srgbClr val="002060"/>
                </a:solidFill>
                <a:latin typeface="Calibri"/>
                <a:ea typeface="Calibri"/>
                <a:cs typeface="Calibri"/>
                <a:sym typeface="Calibri"/>
              </a:rPr>
              <a:t>động</a:t>
            </a:r>
            <a:r>
              <a:rPr lang="en-US" sz="2400" b="1" i="0" u="none" strike="noStrike" cap="none" dirty="0">
                <a:solidFill>
                  <a:srgbClr val="002060"/>
                </a:solidFill>
                <a:latin typeface="Calibri"/>
                <a:ea typeface="Calibri"/>
                <a:cs typeface="Calibri"/>
                <a:sym typeface="Calibri"/>
              </a:rPr>
              <a:t>, Lưu </a:t>
            </a:r>
            <a:r>
              <a:rPr lang="en-US" sz="2400" b="1" i="0" u="none" strike="noStrike" cap="none" dirty="0" err="1">
                <a:solidFill>
                  <a:srgbClr val="002060"/>
                </a:solidFill>
                <a:latin typeface="Calibri"/>
                <a:ea typeface="Calibri"/>
                <a:cs typeface="Calibri"/>
                <a:sym typeface="Calibri"/>
              </a:rPr>
              <a:t>đồ</a:t>
            </a:r>
            <a:r>
              <a:rPr lang="en-US" sz="2400" b="1" i="0" u="none" strike="noStrike" cap="none" dirty="0">
                <a:solidFill>
                  <a:srgbClr val="002060"/>
                </a:solidFill>
                <a:latin typeface="Calibri"/>
                <a:ea typeface="Calibri"/>
                <a:cs typeface="Calibri"/>
                <a:sym typeface="Calibri"/>
              </a:rPr>
              <a:t> </a:t>
            </a:r>
            <a:r>
              <a:rPr lang="en-US" sz="2400" b="1" i="0" u="none" strike="noStrike" cap="none" dirty="0" err="1">
                <a:solidFill>
                  <a:srgbClr val="002060"/>
                </a:solidFill>
                <a:latin typeface="Calibri"/>
                <a:ea typeface="Calibri"/>
                <a:cs typeface="Calibri"/>
                <a:sym typeface="Calibri"/>
              </a:rPr>
              <a:t>thuật</a:t>
            </a:r>
            <a:r>
              <a:rPr lang="en-US" sz="2400" b="1" i="0" u="none" strike="noStrike" cap="none" dirty="0">
                <a:solidFill>
                  <a:srgbClr val="002060"/>
                </a:solidFill>
                <a:latin typeface="Calibri"/>
                <a:ea typeface="Calibri"/>
                <a:cs typeface="Calibri"/>
                <a:sym typeface="Calibri"/>
              </a:rPr>
              <a:t> </a:t>
            </a:r>
            <a:r>
              <a:rPr lang="en-US" sz="2400" b="1" i="0" u="none" strike="noStrike" cap="none" dirty="0" err="1">
                <a:solidFill>
                  <a:srgbClr val="002060"/>
                </a:solidFill>
                <a:latin typeface="Calibri"/>
                <a:ea typeface="Calibri"/>
                <a:cs typeface="Calibri"/>
                <a:sym typeface="Calibri"/>
              </a:rPr>
              <a:t>toán</a:t>
            </a:r>
            <a:r>
              <a:rPr lang="en-US" sz="2400" b="0" i="0" u="none" strike="noStrike" cap="none" dirty="0">
                <a:solidFill>
                  <a:srgbClr val="212529"/>
                </a:solidFill>
                <a:latin typeface="Calibri"/>
                <a:ea typeface="Calibri"/>
                <a:cs typeface="Calibri"/>
                <a:sym typeface="Calibri"/>
              </a:rPr>
              <a:t>) </a:t>
            </a:r>
            <a:r>
              <a:rPr lang="en-US" sz="2400" b="0" i="0" u="none" strike="noStrike" cap="none" dirty="0" err="1">
                <a:solidFill>
                  <a:srgbClr val="212529"/>
                </a:solidFill>
                <a:latin typeface="Calibri"/>
                <a:ea typeface="Calibri"/>
                <a:cs typeface="Calibri"/>
                <a:sym typeface="Calibri"/>
              </a:rPr>
              <a:t>dựa</a:t>
            </a:r>
            <a:r>
              <a:rPr lang="en-US" sz="2400" b="0" i="0" u="none" strike="noStrike" cap="none" dirty="0">
                <a:solidFill>
                  <a:srgbClr val="212529"/>
                </a:solidFill>
                <a:latin typeface="Calibri"/>
                <a:ea typeface="Calibri"/>
                <a:cs typeface="Calibri"/>
                <a:sym typeface="Calibri"/>
              </a:rPr>
              <a:t> </a:t>
            </a:r>
            <a:r>
              <a:rPr lang="en-US" sz="2400" b="0" i="0" u="none" strike="noStrike" cap="none" dirty="0" err="1">
                <a:solidFill>
                  <a:srgbClr val="212529"/>
                </a:solidFill>
                <a:latin typeface="Calibri"/>
                <a:ea typeface="Calibri"/>
                <a:cs typeface="Calibri"/>
                <a:sym typeface="Calibri"/>
              </a:rPr>
              <a:t>trên</a:t>
            </a:r>
            <a:r>
              <a:rPr lang="en-US" sz="2400" b="0" i="0" u="none" strike="noStrike" cap="none" dirty="0">
                <a:solidFill>
                  <a:srgbClr val="212529"/>
                </a:solidFill>
                <a:latin typeface="Calibri"/>
                <a:ea typeface="Calibri"/>
                <a:cs typeface="Calibri"/>
                <a:sym typeface="Calibri"/>
              </a:rPr>
              <a:t> </a:t>
            </a:r>
            <a:r>
              <a:rPr lang="en-US" sz="2400" b="0" i="0" u="none" strike="noStrike" cap="none" dirty="0" err="1">
                <a:solidFill>
                  <a:srgbClr val="212529"/>
                </a:solidFill>
                <a:latin typeface="Calibri"/>
                <a:ea typeface="Calibri"/>
                <a:cs typeface="Calibri"/>
                <a:sym typeface="Calibri"/>
              </a:rPr>
              <a:t>lý</a:t>
            </a:r>
            <a:r>
              <a:rPr lang="en-US" sz="2400" b="0" i="0" u="none" strike="noStrike" cap="none" dirty="0">
                <a:solidFill>
                  <a:srgbClr val="212529"/>
                </a:solidFill>
                <a:latin typeface="Calibri"/>
                <a:ea typeface="Calibri"/>
                <a:cs typeface="Calibri"/>
                <a:sym typeface="Calibri"/>
              </a:rPr>
              <a:t> </a:t>
            </a:r>
            <a:r>
              <a:rPr lang="en-US" sz="2400" b="0" i="0" u="none" strike="noStrike" cap="none" dirty="0" err="1">
                <a:solidFill>
                  <a:srgbClr val="212529"/>
                </a:solidFill>
                <a:latin typeface="Calibri"/>
                <a:ea typeface="Calibri"/>
                <a:cs typeface="Calibri"/>
                <a:sym typeface="Calibri"/>
              </a:rPr>
              <a:t>thuyết</a:t>
            </a:r>
            <a:r>
              <a:rPr lang="en-US" sz="2400" dirty="0">
                <a:solidFill>
                  <a:srgbClr val="212529"/>
                </a:solidFill>
                <a:latin typeface="Calibri"/>
                <a:ea typeface="Calibri"/>
                <a:cs typeface="Calibri"/>
                <a:sym typeface="Calibri"/>
              </a:rPr>
              <a:t> </a:t>
            </a:r>
            <a:r>
              <a:rPr lang="en-US" sz="2400" dirty="0" err="1">
                <a:solidFill>
                  <a:srgbClr val="212529"/>
                </a:solidFill>
                <a:latin typeface="Calibri"/>
                <a:ea typeface="Calibri"/>
                <a:cs typeface="Calibri"/>
                <a:sym typeface="Calibri"/>
              </a:rPr>
              <a:t>và</a:t>
            </a:r>
            <a:r>
              <a:rPr lang="en-US" sz="2400" dirty="0">
                <a:solidFill>
                  <a:srgbClr val="212529"/>
                </a:solidFill>
                <a:latin typeface="Calibri"/>
                <a:ea typeface="Calibri"/>
                <a:cs typeface="Calibri"/>
                <a:sym typeface="Calibri"/>
              </a:rPr>
              <a:t> </a:t>
            </a:r>
            <a:r>
              <a:rPr lang="en-US" sz="2400" dirty="0" err="1">
                <a:solidFill>
                  <a:srgbClr val="212529"/>
                </a:solidFill>
                <a:latin typeface="Calibri"/>
                <a:ea typeface="Calibri"/>
                <a:cs typeface="Calibri"/>
                <a:sym typeface="Calibri"/>
              </a:rPr>
              <a:t>thực</a:t>
            </a:r>
            <a:r>
              <a:rPr lang="en-US" sz="2400" dirty="0">
                <a:solidFill>
                  <a:srgbClr val="212529"/>
                </a:solidFill>
                <a:latin typeface="Calibri"/>
                <a:ea typeface="Calibri"/>
                <a:cs typeface="Calibri"/>
                <a:sym typeface="Calibri"/>
              </a:rPr>
              <a:t> </a:t>
            </a:r>
            <a:r>
              <a:rPr lang="en-US" sz="2400" dirty="0" err="1">
                <a:solidFill>
                  <a:srgbClr val="212529"/>
                </a:solidFill>
                <a:latin typeface="Calibri"/>
                <a:ea typeface="Calibri"/>
                <a:cs typeface="Calibri"/>
                <a:sym typeface="Calibri"/>
              </a:rPr>
              <a:t>tế</a:t>
            </a:r>
            <a:r>
              <a:rPr lang="en-US" sz="2400" b="0" i="0" u="none" strike="noStrike" cap="none" dirty="0">
                <a:solidFill>
                  <a:srgbClr val="212529"/>
                </a:solidFill>
                <a:latin typeface="Calibri"/>
                <a:ea typeface="Calibri"/>
                <a:cs typeface="Calibri"/>
                <a:sym typeface="Calibri"/>
              </a:rPr>
              <a:t>.</a:t>
            </a:r>
            <a:endParaRPr sz="2400" b="0" i="0" u="none" strike="noStrike" cap="none" dirty="0">
              <a:solidFill>
                <a:srgbClr val="212529"/>
              </a:solidFill>
              <a:latin typeface="Calibri"/>
              <a:ea typeface="Calibri"/>
              <a:cs typeface="Calibri"/>
              <a:sym typeface="Calibri"/>
            </a:endParaRPr>
          </a:p>
        </p:txBody>
      </p:sp>
      <p:sp>
        <p:nvSpPr>
          <p:cNvPr id="92" name="Google Shape;92;p1"/>
          <p:cNvSpPr txBox="1"/>
          <p:nvPr/>
        </p:nvSpPr>
        <p:spPr>
          <a:xfrm>
            <a:off x="381000" y="3890062"/>
            <a:ext cx="7620000"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dirty="0">
                <a:solidFill>
                  <a:schemeClr val="dk1"/>
                </a:solidFill>
                <a:latin typeface="Calibri"/>
                <a:ea typeface="Calibri"/>
                <a:cs typeface="Calibri"/>
                <a:sym typeface="Calibri"/>
              </a:rPr>
              <a:t>GVHD: TS. Vũ Ngọc Quý</a:t>
            </a:r>
          </a:p>
          <a:p>
            <a:pPr marL="0" marR="0" lvl="0" indent="0" algn="l" rtl="0">
              <a:spcBef>
                <a:spcPts val="0"/>
              </a:spcBef>
              <a:spcAft>
                <a:spcPts val="0"/>
              </a:spcAft>
              <a:buNone/>
            </a:pPr>
            <a:r>
              <a:rPr lang="en-US" sz="2000" b="0" i="0" u="none" strike="noStrike" cap="none" dirty="0">
                <a:solidFill>
                  <a:srgbClr val="0C0C0C"/>
                </a:solidFill>
                <a:latin typeface="Calibri"/>
                <a:ea typeface="Calibri"/>
                <a:cs typeface="Calibri"/>
                <a:sym typeface="Calibri"/>
              </a:rPr>
              <a:t>Sinh </a:t>
            </a:r>
            <a:r>
              <a:rPr lang="en-US" sz="2000" b="0" i="0" u="none" strike="noStrike" cap="none" dirty="0" err="1">
                <a:solidFill>
                  <a:srgbClr val="0C0C0C"/>
                </a:solidFill>
                <a:latin typeface="Calibri"/>
                <a:ea typeface="Calibri"/>
                <a:cs typeface="Calibri"/>
                <a:sym typeface="Calibri"/>
              </a:rPr>
              <a:t>viên</a:t>
            </a:r>
            <a:r>
              <a:rPr lang="en-US" sz="2000" b="0" i="0" u="none" strike="noStrike" cap="none" dirty="0">
                <a:solidFill>
                  <a:srgbClr val="0C0C0C"/>
                </a:solidFill>
                <a:latin typeface="Calibri"/>
                <a:ea typeface="Calibri"/>
                <a:cs typeface="Calibri"/>
                <a:sym typeface="Calibri"/>
              </a:rPr>
              <a:t> </a:t>
            </a:r>
            <a:r>
              <a:rPr lang="en-US" sz="2000" b="0" i="0" u="none" strike="noStrike" cap="none" dirty="0" err="1">
                <a:solidFill>
                  <a:srgbClr val="0C0C0C"/>
                </a:solidFill>
                <a:latin typeface="Calibri"/>
                <a:ea typeface="Calibri"/>
                <a:cs typeface="Calibri"/>
                <a:sym typeface="Calibri"/>
              </a:rPr>
              <a:t>thực</a:t>
            </a:r>
            <a:r>
              <a:rPr lang="en-US" sz="2000" b="0" i="0" u="none" strike="noStrike" cap="none" dirty="0">
                <a:solidFill>
                  <a:srgbClr val="0C0C0C"/>
                </a:solidFill>
                <a:latin typeface="Calibri"/>
                <a:ea typeface="Calibri"/>
                <a:cs typeface="Calibri"/>
                <a:sym typeface="Calibri"/>
              </a:rPr>
              <a:t> </a:t>
            </a:r>
            <a:r>
              <a:rPr lang="en-US" sz="2000" b="0" i="0" u="none" strike="noStrike" cap="none" dirty="0" err="1">
                <a:solidFill>
                  <a:srgbClr val="0C0C0C"/>
                </a:solidFill>
                <a:latin typeface="Calibri"/>
                <a:ea typeface="Calibri"/>
                <a:cs typeface="Calibri"/>
                <a:sym typeface="Calibri"/>
              </a:rPr>
              <a:t>hiện</a:t>
            </a:r>
            <a:r>
              <a:rPr lang="en-US" sz="2000" b="0" i="0" u="none" strike="noStrike" cap="none" dirty="0">
                <a:solidFill>
                  <a:srgbClr val="0C0C0C"/>
                </a:solidFill>
                <a:latin typeface="Calibri"/>
                <a:ea typeface="Calibri"/>
                <a:cs typeface="Calibri"/>
                <a:sym typeface="Calibri"/>
              </a:rPr>
              <a:t>: </a:t>
            </a:r>
            <a:endParaRPr sz="2000" dirty="0"/>
          </a:p>
          <a:p>
            <a:pPr marL="0" marR="0" lvl="0" indent="0" algn="l" rtl="0">
              <a:spcBef>
                <a:spcPts val="0"/>
              </a:spcBef>
              <a:spcAft>
                <a:spcPts val="0"/>
              </a:spcAft>
              <a:buNone/>
            </a:pPr>
            <a:r>
              <a:rPr lang="en-US" sz="2000" b="0" i="0" u="none" strike="noStrike" cap="none" dirty="0">
                <a:solidFill>
                  <a:srgbClr val="0C0C0C"/>
                </a:solidFill>
                <a:latin typeface="Calibri"/>
                <a:ea typeface="Calibri"/>
                <a:cs typeface="Calibri"/>
                <a:sym typeface="Calibri"/>
              </a:rPr>
              <a:t>Mai Vũ Dũng – 211416305</a:t>
            </a:r>
            <a:endParaRPr sz="2000" b="0" i="0" u="none" strike="noStrike" cap="none" dirty="0">
              <a:solidFill>
                <a:srgbClr val="0C0C0C"/>
              </a:solidFill>
              <a:latin typeface="Calibri"/>
              <a:ea typeface="Calibri"/>
              <a:cs typeface="Calibri"/>
              <a:sym typeface="Calibri"/>
            </a:endParaRPr>
          </a:p>
          <a:p>
            <a:pPr marL="0" marR="0" lvl="0" indent="0" algn="l" rtl="0">
              <a:spcBef>
                <a:spcPts val="0"/>
              </a:spcBef>
              <a:spcAft>
                <a:spcPts val="0"/>
              </a:spcAft>
              <a:buNone/>
            </a:pPr>
            <a:r>
              <a:rPr lang="en-US" sz="2000" b="0" i="0" u="none" strike="noStrike" cap="none" dirty="0">
                <a:solidFill>
                  <a:srgbClr val="0C0C0C"/>
                </a:solidFill>
                <a:latin typeface="Calibri"/>
                <a:ea typeface="Calibri"/>
                <a:cs typeface="Calibri"/>
                <a:sym typeface="Calibri"/>
              </a:rPr>
              <a:t>Nguyễn Văn Quân – 211404492</a:t>
            </a:r>
            <a:endParaRPr sz="2000" dirty="0"/>
          </a:p>
          <a:p>
            <a:pPr marL="0" marR="0" lvl="0" indent="0" algn="l" rtl="0">
              <a:spcBef>
                <a:spcPts val="0"/>
              </a:spcBef>
              <a:spcAft>
                <a:spcPts val="0"/>
              </a:spcAft>
              <a:buNone/>
            </a:pPr>
            <a:r>
              <a:rPr lang="en-US" sz="2000" b="0" i="0" u="none" strike="noStrike" cap="none" dirty="0">
                <a:solidFill>
                  <a:srgbClr val="0C0C0C"/>
                </a:solidFill>
                <a:latin typeface="Calibri"/>
                <a:ea typeface="Calibri"/>
                <a:cs typeface="Calibri"/>
                <a:sym typeface="Calibri"/>
              </a:rPr>
              <a:t>Nguyễn Xuân </a:t>
            </a:r>
            <a:r>
              <a:rPr lang="en-US" sz="2000" b="0" i="0" u="none" strike="noStrike" cap="none" dirty="0" err="1">
                <a:solidFill>
                  <a:srgbClr val="0C0C0C"/>
                </a:solidFill>
                <a:latin typeface="Calibri"/>
                <a:ea typeface="Calibri"/>
                <a:cs typeface="Calibri"/>
                <a:sym typeface="Calibri"/>
              </a:rPr>
              <a:t>Đô</a:t>
            </a:r>
            <a:r>
              <a:rPr lang="en-US" sz="2000" b="0" i="0" u="none" strike="noStrike" cap="none" dirty="0">
                <a:solidFill>
                  <a:srgbClr val="0C0C0C"/>
                </a:solidFill>
                <a:latin typeface="Calibri"/>
                <a:ea typeface="Calibri"/>
                <a:cs typeface="Calibri"/>
                <a:sym typeface="Calibri"/>
              </a:rPr>
              <a:t> – 211441242</a:t>
            </a:r>
            <a:endParaRPr sz="2000" b="0" i="0" u="none" strike="noStrike" cap="none" dirty="0">
              <a:solidFill>
                <a:srgbClr val="0C0C0C"/>
              </a:solidFill>
              <a:latin typeface="Calibri"/>
              <a:ea typeface="Calibri"/>
              <a:cs typeface="Calibri"/>
              <a:sym typeface="Calibri"/>
            </a:endParaRPr>
          </a:p>
          <a:p>
            <a:pPr marL="0" marR="0" lvl="0" indent="0" algn="l" rtl="0">
              <a:spcBef>
                <a:spcPts val="0"/>
              </a:spcBef>
              <a:spcAft>
                <a:spcPts val="0"/>
              </a:spcAft>
              <a:buNone/>
            </a:pPr>
            <a:r>
              <a:rPr lang="en-US" sz="2000" b="0" i="0" u="none" strike="noStrike" cap="none" dirty="0" err="1">
                <a:solidFill>
                  <a:srgbClr val="0C0C0C"/>
                </a:solidFill>
                <a:latin typeface="Calibri"/>
                <a:ea typeface="Calibri"/>
                <a:cs typeface="Calibri"/>
                <a:sym typeface="Calibri"/>
              </a:rPr>
              <a:t>Lớp</a:t>
            </a:r>
            <a:r>
              <a:rPr lang="en-US" sz="2000" b="0" i="0" u="none" strike="noStrike" cap="none" dirty="0">
                <a:solidFill>
                  <a:srgbClr val="0C0C0C"/>
                </a:solidFill>
                <a:latin typeface="Calibri"/>
                <a:ea typeface="Calibri"/>
                <a:cs typeface="Calibri"/>
                <a:sym typeface="Calibri"/>
              </a:rPr>
              <a:t>: KTDT-THCN1 - K62</a:t>
            </a:r>
            <a:endParaRPr sz="2000" b="0" i="0" u="none" strike="noStrike" cap="none" dirty="0">
              <a:solidFill>
                <a:srgbClr val="0C0C0C"/>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p:nvPr/>
        </p:nvSpPr>
        <p:spPr>
          <a:xfrm>
            <a:off x="228600" y="304800"/>
            <a:ext cx="7467600" cy="523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2800"/>
              <a:buFont typeface="Arial"/>
              <a:buNone/>
            </a:pPr>
            <a:r>
              <a:rPr lang="en-US" sz="2800" b="1" i="0" u="none" strike="noStrike" cap="none" dirty="0">
                <a:solidFill>
                  <a:schemeClr val="lt1"/>
                </a:solidFill>
                <a:latin typeface="Calibri"/>
                <a:ea typeface="Calibri"/>
                <a:cs typeface="Calibri"/>
                <a:sym typeface="Calibri"/>
              </a:rPr>
              <a:t>Báo </a:t>
            </a:r>
            <a:r>
              <a:rPr lang="en-US" sz="2800" b="1" i="0" u="none" strike="noStrike" cap="none" dirty="0" err="1">
                <a:solidFill>
                  <a:schemeClr val="lt1"/>
                </a:solidFill>
                <a:latin typeface="Calibri"/>
                <a:ea typeface="Calibri"/>
                <a:cs typeface="Calibri"/>
                <a:sym typeface="Calibri"/>
              </a:rPr>
              <a:t>cáo</a:t>
            </a:r>
            <a:r>
              <a:rPr lang="en-US" sz="2800" b="1" i="0" u="none" strike="noStrike" cap="none" dirty="0">
                <a:solidFill>
                  <a:schemeClr val="lt1"/>
                </a:solidFill>
                <a:latin typeface="Calibri"/>
                <a:ea typeface="Calibri"/>
                <a:cs typeface="Calibri"/>
                <a:sym typeface="Calibri"/>
              </a:rPr>
              <a:t> 1 – Môn: </a:t>
            </a:r>
            <a:r>
              <a:rPr lang="en-US" sz="2800" b="1" i="0" u="none" strike="noStrike" cap="none" dirty="0" err="1">
                <a:solidFill>
                  <a:schemeClr val="lt1"/>
                </a:solidFill>
                <a:latin typeface="Calibri"/>
                <a:ea typeface="Calibri"/>
                <a:cs typeface="Calibri"/>
                <a:sym typeface="Calibri"/>
              </a:rPr>
              <a:t>Điện</a:t>
            </a:r>
            <a:r>
              <a:rPr lang="en-US" sz="2800" b="1" i="0" u="none" strike="noStrike" cap="none" dirty="0">
                <a:solidFill>
                  <a:schemeClr val="lt1"/>
                </a:solidFill>
                <a:latin typeface="Calibri"/>
                <a:ea typeface="Calibri"/>
                <a:cs typeface="Calibri"/>
                <a:sym typeface="Calibri"/>
              </a:rPr>
              <a:t> </a:t>
            </a:r>
            <a:r>
              <a:rPr lang="en-US" sz="2800" b="1" i="0" u="none" strike="noStrike" cap="none" dirty="0" err="1">
                <a:solidFill>
                  <a:schemeClr val="lt1"/>
                </a:solidFill>
                <a:latin typeface="Calibri"/>
                <a:ea typeface="Calibri"/>
                <a:cs typeface="Calibri"/>
                <a:sym typeface="Calibri"/>
              </a:rPr>
              <a:t>Tử</a:t>
            </a:r>
            <a:r>
              <a:rPr lang="en-US" sz="2800" b="1" i="0" u="none" strike="noStrike" cap="none" dirty="0">
                <a:solidFill>
                  <a:schemeClr val="lt1"/>
                </a:solidFill>
                <a:latin typeface="Calibri"/>
                <a:ea typeface="Calibri"/>
                <a:cs typeface="Calibri"/>
                <a:sym typeface="Calibri"/>
              </a:rPr>
              <a:t> Công </a:t>
            </a:r>
            <a:r>
              <a:rPr lang="en-US" sz="2800" b="1" i="0" u="none" strike="noStrike" cap="none" dirty="0" err="1">
                <a:solidFill>
                  <a:schemeClr val="lt1"/>
                </a:solidFill>
                <a:latin typeface="Calibri"/>
                <a:ea typeface="Calibri"/>
                <a:cs typeface="Calibri"/>
                <a:sym typeface="Calibri"/>
              </a:rPr>
              <a:t>Nghiệp</a:t>
            </a:r>
            <a:endParaRPr sz="2800" b="1" i="0" u="none" strike="noStrike" cap="none" dirty="0">
              <a:solidFill>
                <a:schemeClr val="lt1"/>
              </a:solidFill>
              <a:latin typeface="Calibri"/>
              <a:ea typeface="Calibri"/>
              <a:cs typeface="Calibri"/>
              <a:sym typeface="Calibri"/>
            </a:endParaRPr>
          </a:p>
        </p:txBody>
      </p:sp>
      <p:sp>
        <p:nvSpPr>
          <p:cNvPr id="99" name="Google Shape;99;p2"/>
          <p:cNvSpPr txBox="1"/>
          <p:nvPr/>
        </p:nvSpPr>
        <p:spPr>
          <a:xfrm>
            <a:off x="349350" y="1643614"/>
            <a:ext cx="8445300" cy="270839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4400"/>
              <a:buFont typeface="Arial"/>
              <a:buNone/>
            </a:pPr>
            <a:r>
              <a:rPr lang="en-US" sz="4400" b="1" i="0" u="none" strike="noStrike" cap="none" dirty="0" err="1">
                <a:solidFill>
                  <a:schemeClr val="dk1"/>
                </a:solidFill>
                <a:latin typeface="Calibri"/>
                <a:ea typeface="Calibri"/>
                <a:cs typeface="Calibri"/>
                <a:sym typeface="Calibri"/>
              </a:rPr>
              <a:t>Mục</a:t>
            </a:r>
            <a:r>
              <a:rPr lang="en-US" sz="4400" b="1" i="0" u="none" strike="noStrike" cap="none" dirty="0">
                <a:solidFill>
                  <a:schemeClr val="dk1"/>
                </a:solidFill>
                <a:latin typeface="Calibri"/>
                <a:ea typeface="Calibri"/>
                <a:cs typeface="Calibri"/>
                <a:sym typeface="Calibri"/>
              </a:rPr>
              <a:t> </a:t>
            </a:r>
            <a:r>
              <a:rPr lang="en-US" sz="4400" b="1" i="0" u="none" strike="noStrike" cap="none" dirty="0" err="1">
                <a:solidFill>
                  <a:schemeClr val="dk1"/>
                </a:solidFill>
                <a:latin typeface="Calibri"/>
                <a:ea typeface="Calibri"/>
                <a:cs typeface="Calibri"/>
                <a:sym typeface="Calibri"/>
              </a:rPr>
              <a:t>lục</a:t>
            </a:r>
            <a:r>
              <a:rPr lang="en-US" sz="4400" b="1" i="0" u="none" strike="noStrike" cap="none" dirty="0">
                <a:solidFill>
                  <a:schemeClr val="dk1"/>
                </a:solidFill>
                <a:latin typeface="Calibri"/>
                <a:ea typeface="Calibri"/>
                <a:cs typeface="Calibri"/>
                <a:sym typeface="Calibri"/>
              </a:rPr>
              <a:t>:</a:t>
            </a:r>
          </a:p>
          <a:p>
            <a:pPr marL="0" marR="0" lvl="0" indent="0" algn="just" rtl="0">
              <a:spcBef>
                <a:spcPts val="0"/>
              </a:spcBef>
              <a:spcAft>
                <a:spcPts val="0"/>
              </a:spcAft>
              <a:buClr>
                <a:schemeClr val="dk1"/>
              </a:buClr>
              <a:buSzPts val="4400"/>
              <a:buFont typeface="Arial"/>
              <a:buNone/>
            </a:pPr>
            <a:endParaRPr dirty="0"/>
          </a:p>
          <a:p>
            <a:pPr marL="514350" marR="0" lvl="0" indent="-514350" algn="just" rtl="0">
              <a:spcBef>
                <a:spcPts val="0"/>
              </a:spcBef>
              <a:spcAft>
                <a:spcPts val="0"/>
              </a:spcAft>
              <a:buClr>
                <a:schemeClr val="dk1"/>
              </a:buClr>
              <a:buSzPts val="2800"/>
              <a:buFont typeface="Calibri"/>
              <a:buAutoNum type="arabicPeriod"/>
            </a:pPr>
            <a:r>
              <a:rPr lang="en-US" sz="2800" b="0" i="0" u="none" strike="noStrike" cap="none" dirty="0" err="1">
                <a:solidFill>
                  <a:schemeClr val="dk1"/>
                </a:solidFill>
                <a:latin typeface="Calibri"/>
                <a:ea typeface="Calibri"/>
                <a:cs typeface="Calibri"/>
                <a:sym typeface="Calibri"/>
              </a:rPr>
              <a:t>Tổng</a:t>
            </a:r>
            <a:r>
              <a:rPr lang="en-US" sz="2800" b="0" i="0" u="none" strike="noStrike" cap="none" dirty="0">
                <a:solidFill>
                  <a:schemeClr val="dk1"/>
                </a:solidFill>
                <a:latin typeface="Calibri"/>
                <a:ea typeface="Calibri"/>
                <a:cs typeface="Calibri"/>
                <a:sym typeface="Calibri"/>
              </a:rPr>
              <a:t> </a:t>
            </a:r>
            <a:r>
              <a:rPr lang="en-US" sz="2800" b="0" i="0" u="none" strike="noStrike" cap="none" dirty="0" err="1">
                <a:solidFill>
                  <a:schemeClr val="dk1"/>
                </a:solidFill>
                <a:latin typeface="Calibri"/>
                <a:ea typeface="Calibri"/>
                <a:cs typeface="Calibri"/>
                <a:sym typeface="Calibri"/>
              </a:rPr>
              <a:t>quan</a:t>
            </a:r>
            <a:endParaRPr sz="2800" b="0" i="0" u="none" strike="noStrike" cap="none" dirty="0">
              <a:solidFill>
                <a:schemeClr val="dk1"/>
              </a:solidFill>
              <a:latin typeface="Calibri"/>
              <a:ea typeface="Calibri"/>
              <a:cs typeface="Calibri"/>
              <a:sym typeface="Calibri"/>
            </a:endParaRPr>
          </a:p>
          <a:p>
            <a:pPr marL="514350" marR="0" lvl="0" indent="-514350" algn="just" rtl="0">
              <a:spcBef>
                <a:spcPts val="0"/>
              </a:spcBef>
              <a:spcAft>
                <a:spcPts val="0"/>
              </a:spcAft>
              <a:buClr>
                <a:schemeClr val="dk1"/>
              </a:buClr>
              <a:buSzPts val="2800"/>
              <a:buFont typeface="Arial"/>
              <a:buAutoNum type="arabicPeriod"/>
            </a:pPr>
            <a:r>
              <a:rPr lang="en-US" sz="2800" b="0" i="0" u="none" strike="noStrike" cap="none" dirty="0" err="1">
                <a:solidFill>
                  <a:schemeClr val="dk1"/>
                </a:solidFill>
                <a:latin typeface="Calibri"/>
                <a:ea typeface="Calibri"/>
                <a:cs typeface="Calibri"/>
                <a:sym typeface="Calibri"/>
              </a:rPr>
              <a:t>Tính</a:t>
            </a:r>
            <a:r>
              <a:rPr lang="en-US" sz="2800" b="0" i="0" u="none" strike="noStrike" cap="none" dirty="0">
                <a:solidFill>
                  <a:schemeClr val="dk1"/>
                </a:solidFill>
                <a:latin typeface="Calibri"/>
                <a:ea typeface="Calibri"/>
                <a:cs typeface="Calibri"/>
                <a:sym typeface="Calibri"/>
              </a:rPr>
              <a:t> </a:t>
            </a:r>
            <a:r>
              <a:rPr lang="en-US" sz="2800" b="0" i="0" u="none" strike="noStrike" cap="none" dirty="0" err="1">
                <a:solidFill>
                  <a:schemeClr val="dk1"/>
                </a:solidFill>
                <a:latin typeface="Calibri"/>
                <a:ea typeface="Calibri"/>
                <a:cs typeface="Calibri"/>
                <a:sym typeface="Calibri"/>
              </a:rPr>
              <a:t>Toán</a:t>
            </a:r>
            <a:r>
              <a:rPr lang="en-US" sz="2800" b="0" i="0" u="none" strike="noStrike" cap="none"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Và</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Thiết</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Kế</a:t>
            </a:r>
            <a:r>
              <a:rPr lang="en-US" sz="2800" dirty="0">
                <a:solidFill>
                  <a:schemeClr val="dk1"/>
                </a:solidFill>
                <a:latin typeface="Calibri"/>
                <a:ea typeface="Calibri"/>
                <a:cs typeface="Calibri"/>
                <a:sym typeface="Calibri"/>
              </a:rPr>
              <a:t> </a:t>
            </a:r>
            <a:endParaRPr sz="2800" b="0" i="0" u="none" strike="noStrike" cap="none" dirty="0">
              <a:solidFill>
                <a:schemeClr val="dk1"/>
              </a:solidFill>
              <a:latin typeface="Calibri"/>
              <a:ea typeface="Calibri"/>
              <a:cs typeface="Calibri"/>
              <a:sym typeface="Calibri"/>
            </a:endParaRPr>
          </a:p>
          <a:p>
            <a:pPr marL="514350" marR="0" lvl="0" indent="-514350" algn="just" rtl="0">
              <a:spcBef>
                <a:spcPts val="0"/>
              </a:spcBef>
              <a:spcAft>
                <a:spcPts val="0"/>
              </a:spcAft>
              <a:buClr>
                <a:schemeClr val="dk1"/>
              </a:buClr>
              <a:buSzPts val="2800"/>
              <a:buFont typeface="Calibri"/>
              <a:buAutoNum type="arabicPeriod"/>
            </a:pPr>
            <a:r>
              <a:rPr lang="en-US" sz="2800" dirty="0" err="1">
                <a:solidFill>
                  <a:schemeClr val="dk1"/>
                </a:solidFill>
                <a:latin typeface="Calibri"/>
                <a:ea typeface="Calibri"/>
                <a:cs typeface="Calibri"/>
                <a:sym typeface="Calibri"/>
              </a:rPr>
              <a:t>Xây</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Dựng</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Mạch</a:t>
            </a:r>
            <a:endParaRPr lang="en-US" sz="2800" dirty="0">
              <a:solidFill>
                <a:schemeClr val="dk1"/>
              </a:solidFill>
              <a:latin typeface="Calibri"/>
              <a:ea typeface="Calibri"/>
              <a:cs typeface="Calibri"/>
              <a:sym typeface="Calibri"/>
            </a:endParaRPr>
          </a:p>
          <a:p>
            <a:pPr marL="514350" marR="0" lvl="0" indent="-514350" algn="just" rtl="0">
              <a:spcBef>
                <a:spcPts val="0"/>
              </a:spcBef>
              <a:spcAft>
                <a:spcPts val="0"/>
              </a:spcAft>
              <a:buClr>
                <a:schemeClr val="dk1"/>
              </a:buClr>
              <a:buSzPts val="2800"/>
              <a:buFont typeface="Calibri"/>
              <a:buAutoNum type="arabicPeriod"/>
            </a:pPr>
            <a:r>
              <a:rPr lang="en-US" sz="2800" dirty="0" err="1">
                <a:solidFill>
                  <a:schemeClr val="dk1"/>
                </a:solidFill>
                <a:latin typeface="Calibri"/>
                <a:ea typeface="Calibri"/>
                <a:cs typeface="Calibri"/>
                <a:sym typeface="Calibri"/>
              </a:rPr>
              <a:t>Kiểm</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chứng</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thực</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tế</a:t>
            </a:r>
            <a:endParaRPr sz="2800"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7" name="Picture 6">
            <a:extLst>
              <a:ext uri="{FF2B5EF4-FFF2-40B4-BE49-F238E27FC236}">
                <a16:creationId xmlns:a16="http://schemas.microsoft.com/office/drawing/2014/main" id="{A70A41A6-D303-EF56-D112-33B483A7566A}"/>
              </a:ext>
            </a:extLst>
          </p:cNvPr>
          <p:cNvPicPr>
            <a:picLocks noChangeAspect="1"/>
          </p:cNvPicPr>
          <p:nvPr/>
        </p:nvPicPr>
        <p:blipFill>
          <a:blip r:embed="rId3"/>
          <a:stretch>
            <a:fillRect/>
          </a:stretch>
        </p:blipFill>
        <p:spPr>
          <a:xfrm>
            <a:off x="5351163" y="1689693"/>
            <a:ext cx="3792837" cy="3591892"/>
          </a:xfrm>
          <a:prstGeom prst="rect">
            <a:avLst/>
          </a:prstGeom>
        </p:spPr>
      </p:pic>
      <p:sp>
        <p:nvSpPr>
          <p:cNvPr id="104" name="Google Shape;104;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05" name="Google Shape;105;p3"/>
          <p:cNvSpPr txBox="1">
            <a:spLocks noGrp="1"/>
          </p:cNvSpPr>
          <p:nvPr>
            <p:ph type="title"/>
          </p:nvPr>
        </p:nvSpPr>
        <p:spPr>
          <a:xfrm>
            <a:off x="274320" y="85995"/>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dirty="0">
                <a:solidFill>
                  <a:schemeClr val="lt1"/>
                </a:solidFill>
                <a:latin typeface="Calibri" panose="020F0502020204030204" pitchFamily="34" charset="0"/>
                <a:cs typeface="Calibri" panose="020F0502020204030204" pitchFamily="34" charset="0"/>
              </a:rPr>
              <a:t>1. </a:t>
            </a:r>
            <a:r>
              <a:rPr lang="en-US" sz="2800" dirty="0" err="1">
                <a:solidFill>
                  <a:schemeClr val="lt1"/>
                </a:solidFill>
                <a:latin typeface="Calibri" panose="020F0502020204030204" pitchFamily="34" charset="0"/>
                <a:cs typeface="Calibri" panose="020F0502020204030204" pitchFamily="34" charset="0"/>
              </a:rPr>
              <a:t>Tổng</a:t>
            </a:r>
            <a:r>
              <a:rPr lang="en-US" sz="2800" dirty="0">
                <a:solidFill>
                  <a:schemeClr val="lt1"/>
                </a:solidFill>
                <a:latin typeface="Calibri" panose="020F0502020204030204" pitchFamily="34" charset="0"/>
                <a:cs typeface="Calibri" panose="020F0502020204030204" pitchFamily="34" charset="0"/>
              </a:rPr>
              <a:t> </a:t>
            </a:r>
            <a:r>
              <a:rPr lang="en-US" sz="2800" dirty="0" err="1">
                <a:solidFill>
                  <a:schemeClr val="lt1"/>
                </a:solidFill>
                <a:latin typeface="Calibri" panose="020F0502020204030204" pitchFamily="34" charset="0"/>
                <a:cs typeface="Calibri" panose="020F0502020204030204" pitchFamily="34" charset="0"/>
              </a:rPr>
              <a:t>quan</a:t>
            </a:r>
            <a:endParaRPr sz="2800" dirty="0">
              <a:solidFill>
                <a:schemeClr val="lt1"/>
              </a:solidFill>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485E857B-A682-9985-F91F-34D9604E8765}"/>
              </a:ext>
            </a:extLst>
          </p:cNvPr>
          <p:cNvSpPr txBox="1"/>
          <p:nvPr/>
        </p:nvSpPr>
        <p:spPr>
          <a:xfrm>
            <a:off x="173959" y="1661740"/>
            <a:ext cx="4572000" cy="461665"/>
          </a:xfrm>
          <a:prstGeom prst="rect">
            <a:avLst/>
          </a:prstGeom>
          <a:noFill/>
        </p:spPr>
        <p:txBody>
          <a:bodyPr wrap="square">
            <a:spAutoFit/>
          </a:bodyPr>
          <a:lstStyle/>
          <a:p>
            <a:r>
              <a:rPr lang="en-US" sz="2400" b="1" dirty="0" err="1">
                <a:latin typeface="Calibri" panose="020F0502020204030204" pitchFamily="34" charset="0"/>
                <a:cs typeface="Calibri" panose="020F0502020204030204" pitchFamily="34" charset="0"/>
              </a:rPr>
              <a:t>Mô</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Tả</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Cơ</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Bản</a:t>
            </a:r>
            <a:r>
              <a:rPr lang="en-US" sz="2400" b="1" dirty="0">
                <a:latin typeface="Calibri" panose="020F0502020204030204" pitchFamily="34" charset="0"/>
                <a:cs typeface="Calibri" panose="020F0502020204030204" pitchFamily="34" charset="0"/>
              </a:rPr>
              <a:t>:</a:t>
            </a:r>
          </a:p>
        </p:txBody>
      </p:sp>
      <p:pic>
        <p:nvPicPr>
          <p:cNvPr id="1026" name="Picture 2" descr="AP63300/01 동기식 벅 변환기 - Diodes Inc | Mouser">
            <a:extLst>
              <a:ext uri="{FF2B5EF4-FFF2-40B4-BE49-F238E27FC236}">
                <a16:creationId xmlns:a16="http://schemas.microsoft.com/office/drawing/2014/main" id="{0D980376-B205-2CD4-3039-20CD684066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6407" y="4629618"/>
            <a:ext cx="2376237" cy="17267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41071C6-8686-31AE-A09B-2062FB078699}"/>
              </a:ext>
            </a:extLst>
          </p:cNvPr>
          <p:cNvSpPr txBox="1"/>
          <p:nvPr/>
        </p:nvSpPr>
        <p:spPr>
          <a:xfrm>
            <a:off x="173959" y="2274838"/>
            <a:ext cx="5076843" cy="2308324"/>
          </a:xfrm>
          <a:prstGeom prst="rect">
            <a:avLst/>
          </a:prstGeom>
          <a:noFill/>
        </p:spPr>
        <p:txBody>
          <a:bodyPr wrap="square">
            <a:spAutoFit/>
          </a:bodyPr>
          <a:lstStyle/>
          <a:p>
            <a:pPr marL="342900" indent="-342900" algn="just" eaLnBrk="0" fontAlgn="base" hangingPunct="0">
              <a:spcBef>
                <a:spcPct val="0"/>
              </a:spcBef>
              <a:spcAft>
                <a:spcPct val="0"/>
              </a:spcAft>
              <a:buClrTx/>
              <a:buFont typeface="Arial" panose="020B0604020202020204" pitchFamily="34" charset="0"/>
              <a:buChar char="•"/>
            </a:pPr>
            <a:r>
              <a:rPr lang="en-US" sz="2400" b="1" dirty="0" err="1">
                <a:latin typeface="Calibri" panose="020F0502020204030204" pitchFamily="34" charset="0"/>
                <a:cs typeface="Calibri" panose="020F0502020204030204" pitchFamily="34" charset="0"/>
              </a:rPr>
              <a:t>Điện</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áp</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đầu</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vào</a:t>
            </a:r>
            <a:r>
              <a:rPr lang="en-US" sz="2400" b="1" dirty="0">
                <a:latin typeface="Calibri" panose="020F0502020204030204" pitchFamily="34" charset="0"/>
                <a:cs typeface="Calibri" panose="020F0502020204030204" pitchFamily="34" charset="0"/>
              </a:rPr>
              <a:t> (VIN):</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từ</a:t>
            </a:r>
            <a:r>
              <a:rPr lang="en-US" sz="2400" dirty="0">
                <a:latin typeface="Calibri" panose="020F0502020204030204" pitchFamily="34" charset="0"/>
                <a:cs typeface="Calibri" panose="020F0502020204030204" pitchFamily="34" charset="0"/>
              </a:rPr>
              <a:t> 3,8V - 32V</a:t>
            </a:r>
            <a:endParaRPr lang="en-US" altLang="en-US" sz="2400" b="1" dirty="0">
              <a:solidFill>
                <a:schemeClr val="tx1"/>
              </a:solidFill>
              <a:latin typeface="Calibri" panose="020F0502020204030204" pitchFamily="34" charset="0"/>
              <a:cs typeface="Calibri" panose="020F050202020403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Dòng</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ra</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liên</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tục</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3A</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Điện</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áp</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tham</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chiếu</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0,8V ± 1%</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Dòng</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tĩnh</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rất</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thấp</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22µA ở </a:t>
            </a:r>
            <a:r>
              <a:rPr kumimoji="0" lang="en-US" altLang="en-US" sz="24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chế</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độ</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điều</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chế</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tần</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số</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xung</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(PFM)</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Tần</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số</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chuyển</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mạch</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500kHz</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12" name="Google Shape;112;p4"/>
          <p:cNvSpPr txBox="1">
            <a:spLocks noGrp="1"/>
          </p:cNvSpPr>
          <p:nvPr>
            <p:ph type="title"/>
          </p:nvPr>
        </p:nvSpPr>
        <p:spPr>
          <a:xfrm>
            <a:off x="274320" y="85995"/>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dirty="0">
                <a:solidFill>
                  <a:schemeClr val="lt1"/>
                </a:solidFill>
                <a:latin typeface="Calibri" panose="020F0502020204030204" pitchFamily="34" charset="0"/>
                <a:cs typeface="Calibri" panose="020F0502020204030204" pitchFamily="34" charset="0"/>
              </a:rPr>
              <a:t>1. </a:t>
            </a:r>
            <a:r>
              <a:rPr lang="en-US" sz="2800" dirty="0" err="1">
                <a:solidFill>
                  <a:schemeClr val="lt1"/>
                </a:solidFill>
                <a:latin typeface="Calibri" panose="020F0502020204030204" pitchFamily="34" charset="0"/>
                <a:cs typeface="Calibri" panose="020F0502020204030204" pitchFamily="34" charset="0"/>
              </a:rPr>
              <a:t>Tổng</a:t>
            </a:r>
            <a:r>
              <a:rPr lang="en-US" sz="2800" dirty="0">
                <a:solidFill>
                  <a:schemeClr val="lt1"/>
                </a:solidFill>
                <a:latin typeface="Calibri" panose="020F0502020204030204" pitchFamily="34" charset="0"/>
                <a:cs typeface="Calibri" panose="020F0502020204030204" pitchFamily="34" charset="0"/>
              </a:rPr>
              <a:t> </a:t>
            </a:r>
            <a:r>
              <a:rPr lang="en-US" sz="2800" dirty="0" err="1">
                <a:solidFill>
                  <a:schemeClr val="lt1"/>
                </a:solidFill>
                <a:latin typeface="Calibri" panose="020F0502020204030204" pitchFamily="34" charset="0"/>
                <a:cs typeface="Calibri" panose="020F0502020204030204" pitchFamily="34" charset="0"/>
              </a:rPr>
              <a:t>quan</a:t>
            </a:r>
            <a:endParaRPr sz="2800" dirty="0">
              <a:solidFill>
                <a:schemeClr val="lt1"/>
              </a:solidFill>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90E5D4AB-340E-7CE3-EB4F-2E63C905EE38}"/>
              </a:ext>
            </a:extLst>
          </p:cNvPr>
          <p:cNvSpPr txBox="1"/>
          <p:nvPr/>
        </p:nvSpPr>
        <p:spPr>
          <a:xfrm>
            <a:off x="167950" y="1326678"/>
            <a:ext cx="4572000" cy="461665"/>
          </a:xfrm>
          <a:prstGeom prst="rect">
            <a:avLst/>
          </a:prstGeom>
          <a:noFill/>
        </p:spPr>
        <p:txBody>
          <a:bodyPr wrap="square">
            <a:spAutoFit/>
          </a:bodyPr>
          <a:lstStyle/>
          <a:p>
            <a:r>
              <a:rPr lang="en-US" sz="2400" b="1" dirty="0" err="1">
                <a:latin typeface="Calibri" panose="020F0502020204030204" pitchFamily="34" charset="0"/>
                <a:cs typeface="Calibri" panose="020F0502020204030204" pitchFamily="34" charset="0"/>
              </a:rPr>
              <a:t>Mô</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Tả</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Chân</a:t>
            </a:r>
            <a:r>
              <a:rPr lang="en-US" sz="2400" b="1" dirty="0">
                <a:latin typeface="Calibri" panose="020F0502020204030204" pitchFamily="34" charset="0"/>
                <a:cs typeface="Calibri" panose="020F0502020204030204" pitchFamily="34" charset="0"/>
              </a:rPr>
              <a:t>:</a:t>
            </a:r>
          </a:p>
        </p:txBody>
      </p:sp>
      <p:graphicFrame>
        <p:nvGraphicFramePr>
          <p:cNvPr id="5" name="Table 4">
            <a:extLst>
              <a:ext uri="{FF2B5EF4-FFF2-40B4-BE49-F238E27FC236}">
                <a16:creationId xmlns:a16="http://schemas.microsoft.com/office/drawing/2014/main" id="{890EB597-375A-6057-4793-ADD618A40ADC}"/>
              </a:ext>
            </a:extLst>
          </p:cNvPr>
          <p:cNvGraphicFramePr>
            <a:graphicFrameLocks noGrp="1"/>
          </p:cNvGraphicFramePr>
          <p:nvPr>
            <p:extLst>
              <p:ext uri="{D42A27DB-BD31-4B8C-83A1-F6EECF244321}">
                <p14:modId xmlns:p14="http://schemas.microsoft.com/office/powerpoint/2010/main" val="1823500388"/>
              </p:ext>
            </p:extLst>
          </p:nvPr>
        </p:nvGraphicFramePr>
        <p:xfrm>
          <a:off x="274320" y="2586362"/>
          <a:ext cx="8556861" cy="3749040"/>
        </p:xfrm>
        <a:graphic>
          <a:graphicData uri="http://schemas.openxmlformats.org/drawingml/2006/table">
            <a:tbl>
              <a:tblPr firstRow="1" bandRow="1">
                <a:tableStyleId>{69012ECD-51FC-41F1-AA8D-1B2483CD663E}</a:tableStyleId>
              </a:tblPr>
              <a:tblGrid>
                <a:gridCol w="940869">
                  <a:extLst>
                    <a:ext uri="{9D8B030D-6E8A-4147-A177-3AD203B41FA5}">
                      <a16:colId xmlns:a16="http://schemas.microsoft.com/office/drawing/2014/main" val="1420834287"/>
                    </a:ext>
                  </a:extLst>
                </a:gridCol>
                <a:gridCol w="1010653">
                  <a:extLst>
                    <a:ext uri="{9D8B030D-6E8A-4147-A177-3AD203B41FA5}">
                      <a16:colId xmlns:a16="http://schemas.microsoft.com/office/drawing/2014/main" val="3784344823"/>
                    </a:ext>
                  </a:extLst>
                </a:gridCol>
                <a:gridCol w="6605339">
                  <a:extLst>
                    <a:ext uri="{9D8B030D-6E8A-4147-A177-3AD203B41FA5}">
                      <a16:colId xmlns:a16="http://schemas.microsoft.com/office/drawing/2014/main" val="999597175"/>
                    </a:ext>
                  </a:extLst>
                </a:gridCol>
              </a:tblGrid>
              <a:tr h="370840">
                <a:tc>
                  <a:txBody>
                    <a:bodyPr/>
                    <a:lstStyle/>
                    <a:p>
                      <a:pPr algn="ctr"/>
                      <a:r>
                        <a:rPr lang="en-US" sz="2000" b="1" dirty="0" err="1">
                          <a:latin typeface="Calibri" panose="020F0502020204030204" pitchFamily="34" charset="0"/>
                          <a:cs typeface="Calibri" panose="020F0502020204030204" pitchFamily="34" charset="0"/>
                        </a:rPr>
                        <a:t>Tên</a:t>
                      </a:r>
                      <a:endParaRPr lang="en-US" sz="2000" b="1"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r>
                        <a:rPr lang="en-US" sz="2000" b="1" dirty="0">
                          <a:latin typeface="Calibri" panose="020F0502020204030204" pitchFamily="34" charset="0"/>
                          <a:cs typeface="Calibri" panose="020F0502020204030204" pitchFamily="34" charset="0"/>
                        </a:rPr>
                        <a:t>Pin</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r>
                        <a:rPr lang="en-US" sz="2000" b="1" dirty="0" err="1">
                          <a:latin typeface="Calibri" panose="020F0502020204030204" pitchFamily="34" charset="0"/>
                          <a:cs typeface="Calibri" panose="020F0502020204030204" pitchFamily="34" charset="0"/>
                        </a:rPr>
                        <a:t>Mô</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Tả</a:t>
                      </a:r>
                      <a:endParaRPr lang="en-US" sz="2000" b="1"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extLst>
                  <a:ext uri="{0D108BD9-81ED-4DB2-BD59-A6C34878D82A}">
                    <a16:rowId xmlns:a16="http://schemas.microsoft.com/office/drawing/2014/main" val="3256160039"/>
                  </a:ext>
                </a:extLst>
              </a:tr>
              <a:tr h="370840">
                <a:tc>
                  <a:txBody>
                    <a:bodyPr/>
                    <a:lstStyle/>
                    <a:p>
                      <a:pPr algn="ctr"/>
                      <a:r>
                        <a:rPr lang="en-US" sz="2000" b="1" dirty="0">
                          <a:latin typeface="Calibri" panose="020F0502020204030204" pitchFamily="34" charset="0"/>
                          <a:cs typeface="Calibri" panose="020F0502020204030204" pitchFamily="34" charset="0"/>
                        </a:rPr>
                        <a:t>FB</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latin typeface="Calibri" panose="020F0502020204030204" pitchFamily="34" charset="0"/>
                          <a:cs typeface="Calibri" panose="020F0502020204030204" pitchFamily="34" charset="0"/>
                        </a:rPr>
                        <a:t>1</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err="1">
                          <a:latin typeface="Calibri" panose="020F0502020204030204" pitchFamily="34" charset="0"/>
                          <a:cs typeface="Calibri" panose="020F0502020204030204" pitchFamily="34" charset="0"/>
                        </a:rPr>
                        <a:t>Nhận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tín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hiệu</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phản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hồi</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điện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áp</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đầu</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ra</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dùng</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để</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điều</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chỉnh</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và</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ổn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định</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điện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áp</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thông</a:t>
                      </a:r>
                      <a:r>
                        <a:rPr lang="en-US" sz="1800" dirty="0">
                          <a:latin typeface="Calibri" panose="020F0502020204030204" pitchFamily="34" charset="0"/>
                          <a:cs typeface="Calibri" panose="020F0502020204030204" pitchFamily="34" charset="0"/>
                        </a:rPr>
                        <a:t> qua </a:t>
                      </a:r>
                      <a:r>
                        <a:rPr lang="en-US" sz="1800" dirty="0" err="1">
                          <a:latin typeface="Calibri" panose="020F0502020204030204" pitchFamily="34" charset="0"/>
                          <a:cs typeface="Calibri" panose="020F0502020204030204" pitchFamily="34" charset="0"/>
                        </a:rPr>
                        <a:t>mạch</a:t>
                      </a:r>
                      <a:r>
                        <a:rPr lang="en-US" sz="1800" dirty="0">
                          <a:latin typeface="Calibri" panose="020F0502020204030204" pitchFamily="34" charset="0"/>
                          <a:cs typeface="Calibri" panose="020F0502020204030204" pitchFamily="34" charset="0"/>
                        </a:rPr>
                        <a:t> chia </a:t>
                      </a:r>
                      <a:r>
                        <a:rPr lang="en-US" sz="1800" dirty="0" err="1">
                          <a:latin typeface="Calibri" panose="020F0502020204030204" pitchFamily="34" charset="0"/>
                          <a:cs typeface="Calibri" panose="020F0502020204030204" pitchFamily="34" charset="0"/>
                        </a:rPr>
                        <a:t>điện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trở</a:t>
                      </a:r>
                      <a:r>
                        <a:rPr lang="en-US" sz="1800" dirty="0">
                          <a:latin typeface="Calibri" panose="020F0502020204030204" pitchFamily="34" charset="0"/>
                          <a:cs typeface="Calibri" panose="020F0502020204030204" pitchFamily="34" charset="0"/>
                        </a:rPr>
                        <a:t>.</a:t>
                      </a:r>
                      <a:endParaRPr lang="en-US" sz="1800" b="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6359837"/>
                  </a:ext>
                </a:extLst>
              </a:tr>
              <a:tr h="370840">
                <a:tc>
                  <a:txBody>
                    <a:bodyPr/>
                    <a:lstStyle/>
                    <a:p>
                      <a:pPr algn="ctr"/>
                      <a:r>
                        <a:rPr lang="en-US" sz="2000" b="1" dirty="0">
                          <a:latin typeface="Calibri" panose="020F0502020204030204" pitchFamily="34" charset="0"/>
                          <a:cs typeface="Calibri" panose="020F0502020204030204" pitchFamily="34" charset="0"/>
                        </a:rPr>
                        <a:t>EN</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latin typeface="Calibri" panose="020F0502020204030204" pitchFamily="34" charset="0"/>
                          <a:cs typeface="Calibri" panose="020F0502020204030204" pitchFamily="34" charset="0"/>
                        </a:rPr>
                        <a:t>2</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err="1">
                          <a:latin typeface="Calibri" panose="020F0502020204030204" pitchFamily="34" charset="0"/>
                          <a:cs typeface="Calibri" panose="020F0502020204030204" pitchFamily="34" charset="0"/>
                        </a:rPr>
                        <a:t>Chân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bật</a:t>
                      </a:r>
                      <a:r>
                        <a:rPr lang="en-US" sz="1800" dirty="0">
                          <a:latin typeface="Calibri" panose="020F0502020204030204" pitchFamily="34" charset="0"/>
                          <a:cs typeface="Calibri" panose="020F0502020204030204" pitchFamily="34" charset="0"/>
                        </a:rPr>
                        <a:t>/</a:t>
                      </a:r>
                      <a:r>
                        <a:rPr lang="en-US" sz="1800" dirty="0" err="1">
                          <a:latin typeface="Calibri" panose="020F0502020204030204" pitchFamily="34" charset="0"/>
                          <a:cs typeface="Calibri" panose="020F0502020204030204" pitchFamily="34" charset="0"/>
                        </a:rPr>
                        <a:t>tắt</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nguồn</a:t>
                      </a:r>
                      <a:r>
                        <a:rPr lang="en-US" sz="1800" dirty="0">
                          <a:latin typeface="Calibri" panose="020F0502020204030204" pitchFamily="34" charset="0"/>
                          <a:cs typeface="Calibri" panose="020F0502020204030204" pitchFamily="34" charset="0"/>
                        </a:rPr>
                        <a:t>. Khi EN &gt; 1,18V IC </a:t>
                      </a:r>
                      <a:r>
                        <a:rPr lang="en-US" sz="1800" dirty="0" err="1">
                          <a:latin typeface="Calibri" panose="020F0502020204030204" pitchFamily="34" charset="0"/>
                          <a:cs typeface="Calibri" panose="020F0502020204030204" pitchFamily="34" charset="0"/>
                        </a:rPr>
                        <a:t>hoạt</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động</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khi</a:t>
                      </a:r>
                      <a:r>
                        <a:rPr lang="en-US" sz="1800" dirty="0">
                          <a:latin typeface="Calibri" panose="020F0502020204030204" pitchFamily="34" charset="0"/>
                          <a:cs typeface="Calibri" panose="020F0502020204030204" pitchFamily="34" charset="0"/>
                        </a:rPr>
                        <a:t> EN &lt; 1,09V IC </a:t>
                      </a:r>
                      <a:r>
                        <a:rPr lang="en-US" sz="1800" dirty="0" err="1">
                          <a:latin typeface="Calibri" panose="020F0502020204030204" pitchFamily="34" charset="0"/>
                          <a:cs typeface="Calibri" panose="020F0502020204030204" pitchFamily="34" charset="0"/>
                        </a:rPr>
                        <a:t>tắt</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Có</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thể</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nối</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trực</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tiếp</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với</a:t>
                      </a:r>
                      <a:r>
                        <a:rPr lang="en-US" sz="1800" dirty="0">
                          <a:latin typeface="Calibri" panose="020F0502020204030204" pitchFamily="34" charset="0"/>
                          <a:cs typeface="Calibri" panose="020F0502020204030204" pitchFamily="34" charset="0"/>
                        </a:rPr>
                        <a:t> VIN </a:t>
                      </a:r>
                      <a:r>
                        <a:rPr lang="en-US" sz="1800" dirty="0" err="1">
                          <a:latin typeface="Calibri" panose="020F0502020204030204" pitchFamily="34" charset="0"/>
                          <a:cs typeface="Calibri" panose="020F0502020204030204" pitchFamily="34" charset="0"/>
                        </a:rPr>
                        <a:t>hoặc</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để</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hở</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để</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tự</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khởi</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động</a:t>
                      </a:r>
                      <a:r>
                        <a:rPr lang="en-US" sz="1800" dirty="0">
                          <a:latin typeface="Calibri" panose="020F0502020204030204" pitchFamily="34" charset="0"/>
                          <a:cs typeface="Calibri" panose="020F0502020204030204" pitchFamily="34" charset="0"/>
                        </a:rPr>
                        <a:t>.</a:t>
                      </a:r>
                      <a:endParaRPr lang="en-US" sz="1800" b="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14300688"/>
                  </a:ext>
                </a:extLst>
              </a:tr>
              <a:tr h="370840">
                <a:tc>
                  <a:txBody>
                    <a:bodyPr/>
                    <a:lstStyle/>
                    <a:p>
                      <a:pPr algn="ctr"/>
                      <a:r>
                        <a:rPr lang="en-US" sz="2000" b="1" dirty="0">
                          <a:latin typeface="Calibri" panose="020F0502020204030204" pitchFamily="34" charset="0"/>
                          <a:cs typeface="Calibri" panose="020F0502020204030204" pitchFamily="34" charset="0"/>
                        </a:rPr>
                        <a:t>VIN</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latin typeface="Calibri" panose="020F0502020204030204" pitchFamily="34" charset="0"/>
                          <a:cs typeface="Calibri" panose="020F0502020204030204" pitchFamily="34" charset="0"/>
                        </a:rPr>
                        <a:t>3</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vi-VN" sz="1800" dirty="0">
                          <a:latin typeface="Calibri" panose="020F0502020204030204" pitchFamily="34" charset="0"/>
                          <a:cs typeface="Calibri" panose="020F0502020204030204" pitchFamily="34" charset="0"/>
                        </a:rPr>
                        <a:t>Nguồn vào (3,8V–32V), cấp năng lượng cho IC và MOSFET công suất. Cần tụ lọc gần chân này để giảm nhiễu chuyển mạch.</a:t>
                      </a:r>
                      <a:endParaRPr lang="en-US" sz="1800" b="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7738914"/>
                  </a:ext>
                </a:extLst>
              </a:tr>
              <a:tr h="370840">
                <a:tc>
                  <a:txBody>
                    <a:bodyPr/>
                    <a:lstStyle/>
                    <a:p>
                      <a:pPr algn="ctr"/>
                      <a:r>
                        <a:rPr lang="en-US" sz="2000" b="1" dirty="0">
                          <a:latin typeface="Calibri" panose="020F0502020204030204" pitchFamily="34" charset="0"/>
                          <a:cs typeface="Calibri" panose="020F0502020204030204" pitchFamily="34" charset="0"/>
                        </a:rPr>
                        <a:t>GND</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latin typeface="Calibri" panose="020F0502020204030204" pitchFamily="34" charset="0"/>
                          <a:cs typeface="Calibri" panose="020F0502020204030204" pitchFamily="34" charset="0"/>
                        </a:rPr>
                        <a:t>4</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latin typeface="Calibri" panose="020F0502020204030204" pitchFamily="34" charset="0"/>
                          <a:cs typeface="Calibri" panose="020F0502020204030204" pitchFamily="34" charset="0"/>
                        </a:rPr>
                        <a:t>Mass (</a:t>
                      </a:r>
                      <a:r>
                        <a:rPr lang="en-US" sz="1800" dirty="0" err="1">
                          <a:latin typeface="Calibri" panose="020F0502020204030204" pitchFamily="34" charset="0"/>
                          <a:cs typeface="Calibri" panose="020F0502020204030204" pitchFamily="34" charset="0"/>
                        </a:rPr>
                        <a:t>đất</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chung</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cho</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toàn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mạch</a:t>
                      </a:r>
                      <a:r>
                        <a:rPr lang="en-US" sz="1800" dirty="0">
                          <a:latin typeface="Calibri" panose="020F0502020204030204" pitchFamily="34" charset="0"/>
                          <a:cs typeface="Calibri" panose="020F0502020204030204" pitchFamily="34" charset="0"/>
                        </a:rPr>
                        <a:t>.</a:t>
                      </a:r>
                      <a:endParaRPr lang="en-US" sz="1800" b="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2852592"/>
                  </a:ext>
                </a:extLst>
              </a:tr>
              <a:tr h="0">
                <a:tc>
                  <a:txBody>
                    <a:bodyPr/>
                    <a:lstStyle/>
                    <a:p>
                      <a:pPr algn="ctr"/>
                      <a:r>
                        <a:rPr lang="en-US" sz="2000" b="1" dirty="0">
                          <a:latin typeface="Calibri" panose="020F0502020204030204" pitchFamily="34" charset="0"/>
                          <a:cs typeface="Calibri" panose="020F0502020204030204" pitchFamily="34" charset="0"/>
                        </a:rPr>
                        <a:t>SW</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latin typeface="Calibri" panose="020F0502020204030204" pitchFamily="34" charset="0"/>
                          <a:cs typeface="Calibri" panose="020F0502020204030204" pitchFamily="34" charset="0"/>
                        </a:rPr>
                        <a:t>5</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err="1">
                          <a:latin typeface="Calibri" panose="020F0502020204030204" pitchFamily="34" charset="0"/>
                          <a:cs typeface="Calibri" panose="020F0502020204030204" pitchFamily="34" charset="0"/>
                        </a:rPr>
                        <a:t>Nút</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chuyển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mạch</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công</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suất</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nối</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với</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cuộn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cảm</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và</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tụ</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đầu</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ra</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tạo</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điện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áp</a:t>
                      </a:r>
                      <a:r>
                        <a:rPr lang="en-US" sz="1800" dirty="0">
                          <a:latin typeface="Calibri" panose="020F0502020204030204" pitchFamily="34" charset="0"/>
                          <a:cs typeface="Calibri" panose="020F0502020204030204" pitchFamily="34" charset="0"/>
                        </a:rPr>
                        <a:t> DC </a:t>
                      </a:r>
                      <a:r>
                        <a:rPr lang="en-US" sz="1800" dirty="0" err="1">
                          <a:latin typeface="Calibri" panose="020F0502020204030204" pitchFamily="34" charset="0"/>
                          <a:cs typeface="Calibri" panose="020F0502020204030204" pitchFamily="34" charset="0"/>
                        </a:rPr>
                        <a:t>ổn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định</a:t>
                      </a:r>
                      <a:r>
                        <a:rPr lang="en-US" sz="1800" dirty="0">
                          <a:latin typeface="Calibri" panose="020F0502020204030204" pitchFamily="34" charset="0"/>
                          <a:cs typeface="Calibri" panose="020F0502020204030204" pitchFamily="34" charset="0"/>
                        </a:rPr>
                        <a:t>.</a:t>
                      </a:r>
                      <a:endParaRPr lang="en-US" sz="1800" b="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38509"/>
                  </a:ext>
                </a:extLst>
              </a:tr>
              <a:tr h="370840">
                <a:tc>
                  <a:txBody>
                    <a:bodyPr/>
                    <a:lstStyle/>
                    <a:p>
                      <a:pPr algn="ctr"/>
                      <a:r>
                        <a:rPr lang="en-US" sz="2000" b="1" dirty="0">
                          <a:latin typeface="Calibri" panose="020F0502020204030204" pitchFamily="34" charset="0"/>
                          <a:cs typeface="Calibri" panose="020F0502020204030204" pitchFamily="34" charset="0"/>
                        </a:rPr>
                        <a:t>BST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latin typeface="Calibri" panose="020F0502020204030204" pitchFamily="34" charset="0"/>
                          <a:cs typeface="Calibri" panose="020F0502020204030204" pitchFamily="34" charset="0"/>
                        </a:rPr>
                        <a:t>6</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latin typeface="Calibri" panose="020F0502020204030204" pitchFamily="34" charset="0"/>
                          <a:cs typeface="Calibri" panose="020F0502020204030204" pitchFamily="34" charset="0"/>
                        </a:rPr>
                        <a:t>Bootstrap </a:t>
                      </a:r>
                      <a:r>
                        <a:rPr lang="en-US" sz="1800" dirty="0" err="1">
                          <a:latin typeface="Calibri" panose="020F0502020204030204" pitchFamily="34" charset="0"/>
                          <a:cs typeface="Calibri" panose="020F0502020204030204" pitchFamily="34" charset="0"/>
                        </a:rPr>
                        <a:t>cấp</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cho</a:t>
                      </a:r>
                      <a:r>
                        <a:rPr lang="en-US" sz="1800" dirty="0">
                          <a:latin typeface="Calibri" panose="020F0502020204030204" pitchFamily="34" charset="0"/>
                          <a:cs typeface="Calibri" panose="020F0502020204030204" pitchFamily="34" charset="0"/>
                        </a:rPr>
                        <a:t> MOSFET </a:t>
                      </a:r>
                      <a:r>
                        <a:rPr lang="en-US" sz="1800" dirty="0" err="1">
                          <a:latin typeface="Calibri" panose="020F0502020204030204" pitchFamily="34" charset="0"/>
                          <a:cs typeface="Calibri" panose="020F0502020204030204" pitchFamily="34" charset="0"/>
                        </a:rPr>
                        <a:t>cao</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nối</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tụ</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giữa</a:t>
                      </a:r>
                      <a:r>
                        <a:rPr lang="en-US" sz="1800" dirty="0">
                          <a:latin typeface="Calibri" panose="020F0502020204030204" pitchFamily="34" charset="0"/>
                          <a:cs typeface="Calibri" panose="020F0502020204030204" pitchFamily="34" charset="0"/>
                        </a:rPr>
                        <a:t> BST </a:t>
                      </a:r>
                      <a:r>
                        <a:rPr lang="en-US" sz="1800" dirty="0" err="1">
                          <a:latin typeface="Calibri" panose="020F0502020204030204" pitchFamily="34" charset="0"/>
                          <a:cs typeface="Calibri" panose="020F0502020204030204" pitchFamily="34" charset="0"/>
                        </a:rPr>
                        <a:t>và</a:t>
                      </a:r>
                      <a:r>
                        <a:rPr lang="en-US" sz="1800" dirty="0">
                          <a:latin typeface="Calibri" panose="020F0502020204030204" pitchFamily="34" charset="0"/>
                          <a:cs typeface="Calibri" panose="020F0502020204030204" pitchFamily="34" charset="0"/>
                        </a:rPr>
                        <a:t> SW</a:t>
                      </a:r>
                      <a:endParaRPr lang="en-US" sz="1800" b="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93041112"/>
                  </a:ext>
                </a:extLst>
              </a:tr>
            </a:tbl>
          </a:graphicData>
        </a:graphic>
      </p:graphicFrame>
      <p:pic>
        <p:nvPicPr>
          <p:cNvPr id="9" name="Picture 8">
            <a:extLst>
              <a:ext uri="{FF2B5EF4-FFF2-40B4-BE49-F238E27FC236}">
                <a16:creationId xmlns:a16="http://schemas.microsoft.com/office/drawing/2014/main" id="{A3A803EB-2588-A3BE-F3BE-B652F37D88EB}"/>
              </a:ext>
            </a:extLst>
          </p:cNvPr>
          <p:cNvPicPr>
            <a:picLocks noChangeAspect="1"/>
          </p:cNvPicPr>
          <p:nvPr/>
        </p:nvPicPr>
        <p:blipFill>
          <a:blip r:embed="rId3"/>
          <a:stretch>
            <a:fillRect/>
          </a:stretch>
        </p:blipFill>
        <p:spPr>
          <a:xfrm>
            <a:off x="7361842" y="1135732"/>
            <a:ext cx="1469339" cy="139149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267797F8-385B-61DC-D789-8331CED3AE85}"/>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209DE22F-4118-276D-B36C-91D0185BEFC4}"/>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12" name="Google Shape;112;p4">
            <a:extLst>
              <a:ext uri="{FF2B5EF4-FFF2-40B4-BE49-F238E27FC236}">
                <a16:creationId xmlns:a16="http://schemas.microsoft.com/office/drawing/2014/main" id="{ACAE7E04-6878-75D1-D8C8-A0B363073E99}"/>
              </a:ext>
            </a:extLst>
          </p:cNvPr>
          <p:cNvSpPr txBox="1">
            <a:spLocks noGrp="1"/>
          </p:cNvSpPr>
          <p:nvPr>
            <p:ph type="title"/>
          </p:nvPr>
        </p:nvSpPr>
        <p:spPr>
          <a:xfrm>
            <a:off x="274320" y="85995"/>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dirty="0">
                <a:solidFill>
                  <a:schemeClr val="lt1"/>
                </a:solidFill>
                <a:latin typeface="Calibri" panose="020F0502020204030204" pitchFamily="34" charset="0"/>
                <a:cs typeface="Calibri" panose="020F0502020204030204" pitchFamily="34" charset="0"/>
              </a:rPr>
              <a:t>1. </a:t>
            </a:r>
            <a:r>
              <a:rPr lang="en-US" sz="2800" dirty="0" err="1">
                <a:solidFill>
                  <a:schemeClr val="lt1"/>
                </a:solidFill>
                <a:latin typeface="Calibri" panose="020F0502020204030204" pitchFamily="34" charset="0"/>
                <a:cs typeface="Calibri" panose="020F0502020204030204" pitchFamily="34" charset="0"/>
              </a:rPr>
              <a:t>Tổng</a:t>
            </a:r>
            <a:r>
              <a:rPr lang="en-US" sz="2800" dirty="0">
                <a:solidFill>
                  <a:schemeClr val="lt1"/>
                </a:solidFill>
                <a:latin typeface="Calibri" panose="020F0502020204030204" pitchFamily="34" charset="0"/>
                <a:cs typeface="Calibri" panose="020F0502020204030204" pitchFamily="34" charset="0"/>
              </a:rPr>
              <a:t> </a:t>
            </a:r>
            <a:r>
              <a:rPr lang="en-US" sz="2800" dirty="0" err="1">
                <a:solidFill>
                  <a:schemeClr val="lt1"/>
                </a:solidFill>
                <a:latin typeface="Calibri" panose="020F0502020204030204" pitchFamily="34" charset="0"/>
                <a:cs typeface="Calibri" panose="020F0502020204030204" pitchFamily="34" charset="0"/>
              </a:rPr>
              <a:t>quan</a:t>
            </a:r>
            <a:endParaRPr sz="2800" dirty="0">
              <a:solidFill>
                <a:schemeClr val="lt1"/>
              </a:solidFill>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1879AF89-FC24-4AD9-13F9-FDF4F392B986}"/>
              </a:ext>
            </a:extLst>
          </p:cNvPr>
          <p:cNvSpPr txBox="1"/>
          <p:nvPr/>
        </p:nvSpPr>
        <p:spPr>
          <a:xfrm>
            <a:off x="184731" y="1274513"/>
            <a:ext cx="4572000" cy="461665"/>
          </a:xfrm>
          <a:prstGeom prst="rect">
            <a:avLst/>
          </a:prstGeom>
          <a:noFill/>
        </p:spPr>
        <p:txBody>
          <a:bodyPr wrap="square">
            <a:spAutoFit/>
          </a:bodyPr>
          <a:lstStyle/>
          <a:p>
            <a:r>
              <a:rPr lang="en-US" sz="2400" b="1" dirty="0" err="1">
                <a:latin typeface="Calibri" panose="020F0502020204030204" pitchFamily="34" charset="0"/>
                <a:cs typeface="Calibri" panose="020F0502020204030204" pitchFamily="34" charset="0"/>
              </a:rPr>
              <a:t>Tính</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Năng</a:t>
            </a:r>
            <a:r>
              <a:rPr lang="en-US" sz="2400" b="1" dirty="0">
                <a:latin typeface="Calibri" panose="020F0502020204030204" pitchFamily="34" charset="0"/>
                <a:cs typeface="Calibri" panose="020F0502020204030204" pitchFamily="34" charset="0"/>
              </a:rPr>
              <a:t>:</a:t>
            </a:r>
          </a:p>
        </p:txBody>
      </p:sp>
      <p:sp>
        <p:nvSpPr>
          <p:cNvPr id="3" name="Rectangle 1">
            <a:extLst>
              <a:ext uri="{FF2B5EF4-FFF2-40B4-BE49-F238E27FC236}">
                <a16:creationId xmlns:a16="http://schemas.microsoft.com/office/drawing/2014/main" id="{41B4CD75-1DCF-86C8-FC7E-D484AE14EE1D}"/>
              </a:ext>
            </a:extLst>
          </p:cNvPr>
          <p:cNvSpPr>
            <a:spLocks noChangeArrowheads="1"/>
          </p:cNvSpPr>
          <p:nvPr/>
        </p:nvSpPr>
        <p:spPr bwMode="auto">
          <a:xfrm>
            <a:off x="184731" y="1736178"/>
            <a:ext cx="88081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spcBef>
                <a:spcPct val="0"/>
              </a:spcBef>
              <a:spcAft>
                <a:spcPct val="0"/>
              </a:spcAft>
              <a:buClrTx/>
              <a:buFont typeface="Arial" panose="020B0604020202020204" pitchFamily="34" charset="0"/>
              <a:buChar char="•"/>
            </a:pPr>
            <a:r>
              <a:rPr lang="en-US" sz="2400" dirty="0" err="1">
                <a:latin typeface="Calibri" panose="020F0502020204030204" pitchFamily="34" charset="0"/>
                <a:cs typeface="Calibri" panose="020F0502020204030204" pitchFamily="34" charset="0"/>
              </a:rPr>
              <a:t>Hỗ</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trợ</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chế</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độ</a:t>
            </a:r>
            <a:r>
              <a:rPr lang="en-US" sz="2400" dirty="0">
                <a:latin typeface="Calibri" panose="020F0502020204030204" pitchFamily="34" charset="0"/>
                <a:cs typeface="Calibri" panose="020F0502020204030204" pitchFamily="34" charset="0"/>
              </a:rPr>
              <a:t> PWM (Pulse Width Modulation) ở </a:t>
            </a:r>
            <a:r>
              <a:rPr lang="en-US" sz="2400" dirty="0" err="1">
                <a:latin typeface="Calibri" panose="020F0502020204030204" pitchFamily="34" charset="0"/>
                <a:cs typeface="Calibri" panose="020F0502020204030204" pitchFamily="34" charset="0"/>
              </a:rPr>
              <a:t>mọi</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mức</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tải</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với</a:t>
            </a:r>
            <a:r>
              <a:rPr lang="en-US" sz="2400" dirty="0">
                <a:latin typeface="Calibri" panose="020F0502020204030204" pitchFamily="34" charset="0"/>
                <a:cs typeface="Calibri" panose="020F0502020204030204" pitchFamily="34" charset="0"/>
              </a:rPr>
              <a:t> AP63001</a:t>
            </a:r>
          </a:p>
          <a:p>
            <a:pPr marL="342900" lvl="0" indent="-342900" eaLnBrk="0" fontAlgn="base" hangingPunct="0">
              <a:spcBef>
                <a:spcPct val="0"/>
              </a:spcBef>
              <a:spcAft>
                <a:spcPct val="0"/>
              </a:spcAft>
              <a:buClrTx/>
              <a:buFont typeface="Arial" panose="020B0604020202020204" pitchFamily="34" charset="0"/>
              <a:buChar char="•"/>
            </a:pPr>
            <a:r>
              <a:rPr lang="en-US" sz="2400" dirty="0" err="1">
                <a:latin typeface="Calibri" panose="020F0502020204030204" pitchFamily="34" charset="0"/>
                <a:cs typeface="Calibri" panose="020F0502020204030204" pitchFamily="34" charset="0"/>
              </a:rPr>
              <a:t>Mạch</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điều</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khiển</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cổng</a:t>
            </a:r>
            <a:r>
              <a:rPr lang="en-US" sz="2400" dirty="0">
                <a:latin typeface="Calibri" panose="020F0502020204030204" pitchFamily="34" charset="0"/>
                <a:cs typeface="Calibri" panose="020F0502020204030204" pitchFamily="34" charset="0"/>
              </a:rPr>
              <a:t> (gate driver) </a:t>
            </a:r>
            <a:r>
              <a:rPr lang="en-US" sz="2400" dirty="0" err="1">
                <a:latin typeface="Calibri" panose="020F0502020204030204" pitchFamily="34" charset="0"/>
                <a:cs typeface="Calibri" panose="020F0502020204030204" pitchFamily="34" charset="0"/>
              </a:rPr>
              <a:t>độc</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quyền</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giúp</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giảm</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nhiễu</a:t>
            </a:r>
            <a:r>
              <a:rPr lang="en-US" sz="2400" dirty="0">
                <a:latin typeface="Calibri" panose="020F0502020204030204" pitchFamily="34" charset="0"/>
                <a:cs typeface="Calibri" panose="020F0502020204030204" pitchFamily="34" charset="0"/>
              </a:rPr>
              <a:t> EMI </a:t>
            </a:r>
            <a:r>
              <a:rPr lang="en-US" sz="2400" dirty="0" err="1">
                <a:latin typeface="Calibri" panose="020F0502020204030204" pitchFamily="34" charset="0"/>
                <a:cs typeface="Calibri" panose="020F0502020204030204" pitchFamily="34" charset="0"/>
              </a:rPr>
              <a:t>hiệu</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quả</a:t>
            </a:r>
            <a:endParaRPr lang="en-US" sz="2400" dirty="0">
              <a:latin typeface="Calibri" panose="020F0502020204030204" pitchFamily="34" charset="0"/>
              <a:cs typeface="Calibri" panose="020F0502020204030204" pitchFamily="34" charset="0"/>
            </a:endParaRPr>
          </a:p>
          <a:p>
            <a:pPr marL="342900" lvl="0" indent="-342900" eaLnBrk="0" fontAlgn="base" hangingPunct="0">
              <a:spcBef>
                <a:spcPct val="0"/>
              </a:spcBef>
              <a:spcAft>
                <a:spcPct val="0"/>
              </a:spcAft>
              <a:buClrTx/>
              <a:buFont typeface="Arial" panose="020B0604020202020204" pitchFamily="34" charset="0"/>
              <a:buChar char="•"/>
            </a:pPr>
            <a:r>
              <a:rPr lang="en-US" altLang="en-US" sz="2400" dirty="0" err="1">
                <a:solidFill>
                  <a:schemeClr val="tx1"/>
                </a:solidFill>
                <a:latin typeface="Calibri" panose="020F0502020204030204" pitchFamily="34" charset="0"/>
                <a:cs typeface="Calibri" panose="020F0502020204030204" pitchFamily="34" charset="0"/>
              </a:rPr>
              <a:t>Chế</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độ</a:t>
            </a:r>
            <a:r>
              <a:rPr lang="en-US" altLang="en-US" sz="2400" dirty="0">
                <a:solidFill>
                  <a:schemeClr val="tx1"/>
                </a:solidFill>
                <a:latin typeface="Calibri" panose="020F0502020204030204" pitchFamily="34" charset="0"/>
                <a:cs typeface="Calibri" panose="020F0502020204030204" pitchFamily="34" charset="0"/>
              </a:rPr>
              <a:t> LDO (Low Dropout): </a:t>
            </a:r>
            <a:r>
              <a:rPr lang="en-US" altLang="en-US" sz="2400" dirty="0" err="1">
                <a:solidFill>
                  <a:schemeClr val="tx1"/>
                </a:solidFill>
                <a:latin typeface="Calibri" panose="020F0502020204030204" pitchFamily="34" charset="0"/>
                <a:cs typeface="Calibri" panose="020F0502020204030204" pitchFamily="34" charset="0"/>
              </a:rPr>
              <a:t>cho</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phép</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điện</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áp</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ra</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gần</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bằng</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điện</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áp</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vào</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khi</a:t>
            </a:r>
            <a:r>
              <a:rPr lang="en-US" altLang="en-US" sz="2400" dirty="0">
                <a:solidFill>
                  <a:schemeClr val="tx1"/>
                </a:solidFill>
                <a:latin typeface="Calibri" panose="020F0502020204030204" pitchFamily="34" charset="0"/>
                <a:cs typeface="Calibri" panose="020F0502020204030204" pitchFamily="34" charset="0"/>
              </a:rPr>
              <a:t> duty cycle ~100%</a:t>
            </a:r>
          </a:p>
          <a:p>
            <a:pPr marL="342900" lvl="0" indent="-342900" eaLnBrk="0" fontAlgn="base" hangingPunct="0">
              <a:spcBef>
                <a:spcPct val="0"/>
              </a:spcBef>
              <a:spcAft>
                <a:spcPct val="0"/>
              </a:spcAft>
              <a:buClrTx/>
              <a:buFont typeface="Arial" panose="020B0604020202020204" pitchFamily="34" charset="0"/>
              <a:buChar char="•"/>
            </a:pPr>
            <a:r>
              <a:rPr lang="en-US" altLang="en-US" sz="2400" dirty="0" err="1">
                <a:solidFill>
                  <a:schemeClr val="tx1"/>
                </a:solidFill>
                <a:latin typeface="Calibri" panose="020F0502020204030204" pitchFamily="34" charset="0"/>
                <a:cs typeface="Calibri" panose="020F0502020204030204" pitchFamily="34" charset="0"/>
              </a:rPr>
              <a:t>Khóa</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điện</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áp</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thấp</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b="1" dirty="0">
                <a:solidFill>
                  <a:schemeClr val="tx1"/>
                </a:solidFill>
                <a:latin typeface="Calibri" panose="020F0502020204030204" pitchFamily="34" charset="0"/>
                <a:cs typeface="Calibri" panose="020F0502020204030204" pitchFamily="34" charset="0"/>
              </a:rPr>
              <a:t>UVLO</a:t>
            </a:r>
            <a:r>
              <a:rPr lang="en-US" altLang="en-US" sz="2400" dirty="0">
                <a:solidFill>
                  <a:schemeClr val="tx1"/>
                </a:solidFill>
                <a:latin typeface="Calibri" panose="020F0502020204030204" pitchFamily="34" charset="0"/>
                <a:cs typeface="Calibri" panose="020F0502020204030204" pitchFamily="34" charset="0"/>
              </a:rPr>
              <a:t>)</a:t>
            </a:r>
          </a:p>
          <a:p>
            <a:pPr marL="342900" lvl="0" indent="-342900" eaLnBrk="0" fontAlgn="base" hangingPunct="0">
              <a:spcBef>
                <a:spcPct val="0"/>
              </a:spcBef>
              <a:spcAft>
                <a:spcPct val="0"/>
              </a:spcAft>
              <a:buClrTx/>
              <a:buFont typeface="Arial" panose="020B0604020202020204" pitchFamily="34" charset="0"/>
              <a:buChar char="•"/>
            </a:pPr>
            <a:r>
              <a:rPr lang="en-US" altLang="en-US" sz="2400" dirty="0" err="1">
                <a:solidFill>
                  <a:schemeClr val="tx1"/>
                </a:solidFill>
                <a:latin typeface="Calibri" panose="020F0502020204030204" pitchFamily="34" charset="0"/>
                <a:cs typeface="Calibri" panose="020F0502020204030204" pitchFamily="34" charset="0"/>
              </a:rPr>
              <a:t>Giới</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hạn</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dòng</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đỉnh</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dirty="0" err="1">
                <a:solidFill>
                  <a:schemeClr val="tx1"/>
                </a:solidFill>
                <a:latin typeface="Calibri" panose="020F0502020204030204" pitchFamily="34" charset="0"/>
                <a:cs typeface="Calibri" panose="020F0502020204030204" pitchFamily="34" charset="0"/>
              </a:rPr>
              <a:t>theo</a:t>
            </a:r>
            <a:r>
              <a:rPr lang="en-US" altLang="en-US" sz="2400" dirty="0">
                <a:solidFill>
                  <a:schemeClr val="tx1"/>
                </a:solidFill>
                <a:latin typeface="Calibri" panose="020F0502020204030204" pitchFamily="34" charset="0"/>
                <a:cs typeface="Calibri" panose="020F0502020204030204" pitchFamily="34" charset="0"/>
              </a:rPr>
              <a:t> chu </a:t>
            </a:r>
            <a:r>
              <a:rPr lang="en-US" altLang="en-US" sz="2400" dirty="0" err="1">
                <a:solidFill>
                  <a:schemeClr val="tx1"/>
                </a:solidFill>
                <a:latin typeface="Calibri" panose="020F0502020204030204" pitchFamily="34" charset="0"/>
                <a:cs typeface="Calibri" panose="020F0502020204030204" pitchFamily="34" charset="0"/>
              </a:rPr>
              <a:t>kỳ</a:t>
            </a:r>
            <a:endParaRPr lang="en-US" altLang="en-US" sz="2400" dirty="0">
              <a:solidFill>
                <a:schemeClr val="tx1"/>
              </a:solidFill>
              <a:latin typeface="Calibri" panose="020F0502020204030204" pitchFamily="34" charset="0"/>
              <a:cs typeface="Calibri" panose="020F0502020204030204" pitchFamily="34" charset="0"/>
            </a:endParaRPr>
          </a:p>
          <a:p>
            <a:pPr marL="342900" lvl="0" indent="-342900" algn="just" eaLnBrk="0" fontAlgn="base" hangingPunct="0">
              <a:spcBef>
                <a:spcPct val="0"/>
              </a:spcBef>
              <a:spcAft>
                <a:spcPct val="0"/>
              </a:spcAft>
              <a:buClrTx/>
              <a:buFont typeface="Arial" panose="020B0604020202020204" pitchFamily="34" charset="0"/>
              <a:buChar char="•"/>
            </a:pP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05104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B69BA531-C65B-5469-F77B-9A9B2287F717}"/>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FF9449B8-0070-E1D1-7CFB-043A44D2C6F7}"/>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112" name="Google Shape;112;p4">
            <a:extLst>
              <a:ext uri="{FF2B5EF4-FFF2-40B4-BE49-F238E27FC236}">
                <a16:creationId xmlns:a16="http://schemas.microsoft.com/office/drawing/2014/main" id="{EFE7AA59-134E-658F-48D7-6E9C94CBBC6E}"/>
              </a:ext>
            </a:extLst>
          </p:cNvPr>
          <p:cNvSpPr txBox="1">
            <a:spLocks noGrp="1"/>
          </p:cNvSpPr>
          <p:nvPr>
            <p:ph type="title"/>
          </p:nvPr>
        </p:nvSpPr>
        <p:spPr>
          <a:xfrm>
            <a:off x="274320" y="85995"/>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dirty="0">
                <a:solidFill>
                  <a:schemeClr val="lt1"/>
                </a:solidFill>
                <a:latin typeface="Calibri" panose="020F0502020204030204" pitchFamily="34" charset="0"/>
                <a:cs typeface="Calibri" panose="020F0502020204030204" pitchFamily="34" charset="0"/>
              </a:rPr>
              <a:t>1. </a:t>
            </a:r>
            <a:r>
              <a:rPr lang="en-US" sz="2800" dirty="0" err="1">
                <a:solidFill>
                  <a:schemeClr val="lt1"/>
                </a:solidFill>
                <a:latin typeface="Calibri" panose="020F0502020204030204" pitchFamily="34" charset="0"/>
                <a:cs typeface="Calibri" panose="020F0502020204030204" pitchFamily="34" charset="0"/>
              </a:rPr>
              <a:t>Tổng</a:t>
            </a:r>
            <a:r>
              <a:rPr lang="en-US" sz="2800" dirty="0">
                <a:solidFill>
                  <a:schemeClr val="lt1"/>
                </a:solidFill>
                <a:latin typeface="Calibri" panose="020F0502020204030204" pitchFamily="34" charset="0"/>
                <a:cs typeface="Calibri" panose="020F0502020204030204" pitchFamily="34" charset="0"/>
              </a:rPr>
              <a:t> </a:t>
            </a:r>
            <a:r>
              <a:rPr lang="en-US" sz="2800" dirty="0" err="1">
                <a:solidFill>
                  <a:schemeClr val="lt1"/>
                </a:solidFill>
                <a:latin typeface="Calibri" panose="020F0502020204030204" pitchFamily="34" charset="0"/>
                <a:cs typeface="Calibri" panose="020F0502020204030204" pitchFamily="34" charset="0"/>
              </a:rPr>
              <a:t>quan</a:t>
            </a:r>
            <a:endParaRPr sz="2800" dirty="0">
              <a:solidFill>
                <a:schemeClr val="lt1"/>
              </a:solidFill>
              <a:latin typeface="Calibri" panose="020F0502020204030204" pitchFamily="34" charset="0"/>
              <a:cs typeface="Calibri" panose="020F0502020204030204" pitchFamily="34" charset="0"/>
            </a:endParaRPr>
          </a:p>
        </p:txBody>
      </p:sp>
      <p:sp>
        <p:nvSpPr>
          <p:cNvPr id="4" name="Rectangle 2">
            <a:extLst>
              <a:ext uri="{FF2B5EF4-FFF2-40B4-BE49-F238E27FC236}">
                <a16:creationId xmlns:a16="http://schemas.microsoft.com/office/drawing/2014/main" id="{F98E4567-C97D-B1C2-CBD7-DA60730F8299}"/>
              </a:ext>
            </a:extLst>
          </p:cNvPr>
          <p:cNvSpPr>
            <a:spLocks noChangeArrowheads="1"/>
          </p:cNvSpPr>
          <p:nvPr/>
        </p:nvSpPr>
        <p:spPr bwMode="auto">
          <a:xfrm>
            <a:off x="167950" y="1911443"/>
            <a:ext cx="848226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Nguồn</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bus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phân</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phối</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5V, 12V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và</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24V</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TV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màn</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hình</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phẳng</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và</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màn</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hình</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máy</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tính</a:t>
            </a:r>
            <a:endPar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Dụng</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cụ</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điện</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và</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máy</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in laser</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Đồ</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gia</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dụng</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lớn</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và</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thiết</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bị</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gia</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đình</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nhỏ</a:t>
            </a:r>
            <a:endPar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Nguồn</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cấp</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cho</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FPGA, DSP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và</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ASIC</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Hệ</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thống</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mạng</a:t>
            </a:r>
            <a:endPar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Máy</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chơi</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game (console)</a:t>
            </a:r>
          </a:p>
        </p:txBody>
      </p:sp>
      <p:sp>
        <p:nvSpPr>
          <p:cNvPr id="3" name="TextBox 2">
            <a:extLst>
              <a:ext uri="{FF2B5EF4-FFF2-40B4-BE49-F238E27FC236}">
                <a16:creationId xmlns:a16="http://schemas.microsoft.com/office/drawing/2014/main" id="{D90A1427-2D85-7DA4-F2DA-57B8110FA0CA}"/>
              </a:ext>
            </a:extLst>
          </p:cNvPr>
          <p:cNvSpPr txBox="1"/>
          <p:nvPr/>
        </p:nvSpPr>
        <p:spPr>
          <a:xfrm>
            <a:off x="167950" y="1449778"/>
            <a:ext cx="4572000" cy="461665"/>
          </a:xfrm>
          <a:prstGeom prst="rect">
            <a:avLst/>
          </a:prstGeom>
          <a:noFill/>
        </p:spPr>
        <p:txBody>
          <a:bodyPr wrap="square">
            <a:spAutoFit/>
          </a:bodyPr>
          <a:lstStyle/>
          <a:p>
            <a:r>
              <a:rPr lang="en-US" sz="2400" b="1" dirty="0" err="1">
                <a:latin typeface="Calibri" panose="020F0502020204030204" pitchFamily="34" charset="0"/>
                <a:cs typeface="Calibri" panose="020F0502020204030204" pitchFamily="34" charset="0"/>
              </a:rPr>
              <a:t>Ứng</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Dụng</a:t>
            </a:r>
            <a:r>
              <a:rPr lang="en-US" sz="2400" b="1"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206803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BCB52C2-73F1-F48D-38E3-4BF34F8D87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5" name="Google Shape;112;p4">
            <a:extLst>
              <a:ext uri="{FF2B5EF4-FFF2-40B4-BE49-F238E27FC236}">
                <a16:creationId xmlns:a16="http://schemas.microsoft.com/office/drawing/2014/main" id="{16AC28E1-8918-77BA-8A29-41D619DCC448}"/>
              </a:ext>
            </a:extLst>
          </p:cNvPr>
          <p:cNvSpPr txBox="1">
            <a:spLocks/>
          </p:cNvSpPr>
          <p:nvPr/>
        </p:nvSpPr>
        <p:spPr>
          <a:xfrm>
            <a:off x="274320" y="85995"/>
            <a:ext cx="7467600" cy="990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600" b="1" i="0" u="none" strike="noStrike" cap="none">
                <a:solidFill>
                  <a:srgbClr val="00206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pPr algn="l"/>
            <a:r>
              <a:rPr lang="en-US" sz="2200">
                <a:solidFill>
                  <a:schemeClr val="lt1"/>
                </a:solidFill>
              </a:rPr>
              <a:t>1. </a:t>
            </a:r>
            <a:r>
              <a:rPr lang="en-US" sz="2400">
                <a:solidFill>
                  <a:schemeClr val="lt1"/>
                </a:solidFill>
              </a:rPr>
              <a:t>Tổng quan</a:t>
            </a:r>
            <a:endParaRPr lang="en-US" sz="2400" dirty="0">
              <a:solidFill>
                <a:schemeClr val="lt1"/>
              </a:solidFill>
            </a:endParaRPr>
          </a:p>
        </p:txBody>
      </p:sp>
      <p:sp>
        <p:nvSpPr>
          <p:cNvPr id="6" name="TextBox 5">
            <a:extLst>
              <a:ext uri="{FF2B5EF4-FFF2-40B4-BE49-F238E27FC236}">
                <a16:creationId xmlns:a16="http://schemas.microsoft.com/office/drawing/2014/main" id="{6D20FEBD-6B33-4C9C-F46C-0D310F777BF9}"/>
              </a:ext>
            </a:extLst>
          </p:cNvPr>
          <p:cNvSpPr txBox="1"/>
          <p:nvPr/>
        </p:nvSpPr>
        <p:spPr>
          <a:xfrm>
            <a:off x="190097" y="1232675"/>
            <a:ext cx="6619775" cy="461665"/>
          </a:xfrm>
          <a:prstGeom prst="rect">
            <a:avLst/>
          </a:prstGeom>
          <a:noFill/>
        </p:spPr>
        <p:txBody>
          <a:bodyPr wrap="square">
            <a:spAutoFit/>
          </a:bodyPr>
          <a:lstStyle/>
          <a:p>
            <a:r>
              <a:rPr lang="en-US" sz="2400" b="1" dirty="0" err="1">
                <a:latin typeface="Calibri" panose="020F0502020204030204" pitchFamily="34" charset="0"/>
                <a:cs typeface="Calibri" panose="020F0502020204030204" pitchFamily="34" charset="0"/>
              </a:rPr>
              <a:t>Giá</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trị</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giới</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hạn</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tuyệt</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đối</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của</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linh</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kiện</a:t>
            </a:r>
            <a:r>
              <a:rPr lang="en-US" sz="2400" b="1" dirty="0">
                <a:latin typeface="Calibri" panose="020F0502020204030204" pitchFamily="34" charset="0"/>
                <a:cs typeface="Calibri" panose="020F0502020204030204" pitchFamily="34" charset="0"/>
              </a:rPr>
              <a:t>:</a:t>
            </a:r>
          </a:p>
        </p:txBody>
      </p:sp>
      <p:graphicFrame>
        <p:nvGraphicFramePr>
          <p:cNvPr id="2" name="Table 1">
            <a:extLst>
              <a:ext uri="{FF2B5EF4-FFF2-40B4-BE49-F238E27FC236}">
                <a16:creationId xmlns:a16="http://schemas.microsoft.com/office/drawing/2014/main" id="{675D6634-44DB-2A05-3FCF-72E672180237}"/>
              </a:ext>
            </a:extLst>
          </p:cNvPr>
          <p:cNvGraphicFramePr>
            <a:graphicFrameLocks noGrp="1"/>
          </p:cNvGraphicFramePr>
          <p:nvPr>
            <p:extLst>
              <p:ext uri="{D42A27DB-BD31-4B8C-83A1-F6EECF244321}">
                <p14:modId xmlns:p14="http://schemas.microsoft.com/office/powerpoint/2010/main" val="1858851318"/>
              </p:ext>
            </p:extLst>
          </p:nvPr>
        </p:nvGraphicFramePr>
        <p:xfrm>
          <a:off x="263491" y="1764131"/>
          <a:ext cx="8617018" cy="4474834"/>
        </p:xfrm>
        <a:graphic>
          <a:graphicData uri="http://schemas.openxmlformats.org/drawingml/2006/table">
            <a:tbl>
              <a:tblPr firstRow="1" bandRow="1">
                <a:tableStyleId>{69012ECD-51FC-41F1-AA8D-1B2483CD663E}</a:tableStyleId>
              </a:tblPr>
              <a:tblGrid>
                <a:gridCol w="851463">
                  <a:extLst>
                    <a:ext uri="{9D8B030D-6E8A-4147-A177-3AD203B41FA5}">
                      <a16:colId xmlns:a16="http://schemas.microsoft.com/office/drawing/2014/main" val="1420834287"/>
                    </a:ext>
                  </a:extLst>
                </a:gridCol>
                <a:gridCol w="4026008">
                  <a:extLst>
                    <a:ext uri="{9D8B030D-6E8A-4147-A177-3AD203B41FA5}">
                      <a16:colId xmlns:a16="http://schemas.microsoft.com/office/drawing/2014/main" val="3784344823"/>
                    </a:ext>
                  </a:extLst>
                </a:gridCol>
                <a:gridCol w="2969526">
                  <a:extLst>
                    <a:ext uri="{9D8B030D-6E8A-4147-A177-3AD203B41FA5}">
                      <a16:colId xmlns:a16="http://schemas.microsoft.com/office/drawing/2014/main" val="999597175"/>
                    </a:ext>
                  </a:extLst>
                </a:gridCol>
                <a:gridCol w="770021">
                  <a:extLst>
                    <a:ext uri="{9D8B030D-6E8A-4147-A177-3AD203B41FA5}">
                      <a16:colId xmlns:a16="http://schemas.microsoft.com/office/drawing/2014/main" val="3507175130"/>
                    </a:ext>
                  </a:extLst>
                </a:gridCol>
              </a:tblGrid>
              <a:tr h="370840">
                <a:tc>
                  <a:txBody>
                    <a:bodyPr/>
                    <a:lstStyle/>
                    <a:p>
                      <a:pPr algn="ctr"/>
                      <a:r>
                        <a:rPr lang="en-US" sz="2000" b="1" dirty="0" err="1">
                          <a:latin typeface="Calibri" panose="020F0502020204030204" pitchFamily="34" charset="0"/>
                          <a:cs typeface="Calibri" panose="020F0502020204030204" pitchFamily="34" charset="0"/>
                        </a:rPr>
                        <a:t>Tên</a:t>
                      </a:r>
                      <a:endParaRPr lang="en-US" sz="2000" b="1"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buNone/>
                      </a:pPr>
                      <a:r>
                        <a:rPr lang="en-US" sz="1600" b="1" dirty="0">
                          <a:solidFill>
                            <a:schemeClr val="bg1"/>
                          </a:solidFill>
                          <a:latin typeface="Calibri" panose="020F0502020204030204" pitchFamily="34" charset="0"/>
                          <a:cs typeface="Calibri" panose="020F0502020204030204" pitchFamily="34" charset="0"/>
                        </a:rPr>
                        <a:t>Thông </a:t>
                      </a:r>
                      <a:r>
                        <a:rPr lang="en-US" sz="1600" b="1" dirty="0" err="1">
                          <a:solidFill>
                            <a:schemeClr val="bg1"/>
                          </a:solidFill>
                          <a:latin typeface="Calibri" panose="020F0502020204030204" pitchFamily="34" charset="0"/>
                          <a:cs typeface="Calibri" panose="020F0502020204030204" pitchFamily="34" charset="0"/>
                        </a:rPr>
                        <a:t>số</a:t>
                      </a:r>
                      <a:endParaRPr lang="en-US" sz="1600" b="1" dirty="0">
                        <a:solidFill>
                          <a:schemeClr val="bg1"/>
                        </a:solidFill>
                        <a:latin typeface="Calibri" panose="020F0502020204030204" pitchFamily="34" charset="0"/>
                        <a:cs typeface="Calibri" panose="020F0502020204030204" pitchFamily="34" charset="0"/>
                      </a:endParaRP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buNone/>
                      </a:pPr>
                      <a:r>
                        <a:rPr lang="en-US" sz="1600" b="1">
                          <a:solidFill>
                            <a:schemeClr val="bg1"/>
                          </a:solidFill>
                          <a:latin typeface="Calibri" panose="020F0502020204030204" pitchFamily="34" charset="0"/>
                          <a:cs typeface="Calibri" panose="020F0502020204030204" pitchFamily="34" charset="0"/>
                        </a:rPr>
                        <a:t>Giới hạn</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buNone/>
                      </a:pPr>
                      <a:r>
                        <a:rPr lang="vi-VN" sz="1600" b="1" dirty="0">
                          <a:solidFill>
                            <a:schemeClr val="bg1"/>
                          </a:solidFill>
                          <a:latin typeface="Calibri" panose="020F0502020204030204" pitchFamily="34" charset="0"/>
                          <a:cs typeface="Calibri" panose="020F0502020204030204" pitchFamily="34" charset="0"/>
                        </a:rPr>
                        <a:t>Đơn vị</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extLst>
                  <a:ext uri="{0D108BD9-81ED-4DB2-BD59-A6C34878D82A}">
                    <a16:rowId xmlns:a16="http://schemas.microsoft.com/office/drawing/2014/main" val="3256160039"/>
                  </a:ext>
                </a:extLst>
              </a:tr>
              <a:tr h="635216">
                <a:tc>
                  <a:txBody>
                    <a:bodyPr/>
                    <a:lstStyle/>
                    <a:p>
                      <a:pPr>
                        <a:buNone/>
                      </a:pPr>
                      <a:r>
                        <a:rPr lang="en-US" sz="1800" b="1">
                          <a:latin typeface="Calibri" panose="020F0502020204030204" pitchFamily="34" charset="0"/>
                          <a:cs typeface="Calibri" panose="020F0502020204030204" pitchFamily="34" charset="0"/>
                        </a:rPr>
                        <a:t>VIN </a:t>
                      </a:r>
                      <a:endParaRPr lang="en-US" sz="1800" dirty="0">
                        <a:latin typeface="Calibri" panose="020F0502020204030204" pitchFamily="34" charset="0"/>
                        <a:cs typeface="Calibri" panose="020F0502020204030204" pitchFamily="34" charset="0"/>
                      </a:endParaRP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err="1">
                          <a:latin typeface="Calibri" panose="020F0502020204030204" pitchFamily="34" charset="0"/>
                          <a:cs typeface="Calibri" panose="020F0502020204030204" pitchFamily="34" charset="0"/>
                        </a:rPr>
                        <a:t>Điện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áp</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chân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cấp</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nguồn</a:t>
                      </a:r>
                      <a:endParaRPr lang="en-US" sz="1800" dirty="0">
                        <a:latin typeface="Calibri" panose="020F0502020204030204" pitchFamily="34" charset="0"/>
                        <a:cs typeface="Calibri" panose="020F0502020204030204" pitchFamily="34" charset="0"/>
                      </a:endParaRPr>
                    </a:p>
                    <a:p>
                      <a:pPr algn="ctr">
                        <a:buNone/>
                      </a:pPr>
                      <a:r>
                        <a:rPr lang="en-US" sz="1800" dirty="0">
                          <a:latin typeface="Calibri" panose="020F0502020204030204" pitchFamily="34" charset="0"/>
                          <a:cs typeface="Calibri" panose="020F0502020204030204" pitchFamily="34" charset="0"/>
                        </a:rPr>
                        <a:t>(Supply Pin Voltage)</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-0.3 </a:t>
                      </a:r>
                      <a:r>
                        <a:rPr lang="en-US" sz="1800" dirty="0" err="1">
                          <a:latin typeface="Calibri" panose="020F0502020204030204" pitchFamily="34" charset="0"/>
                          <a:cs typeface="Calibri" panose="020F0502020204030204" pitchFamily="34" charset="0"/>
                        </a:rPr>
                        <a:t>đến</a:t>
                      </a:r>
                      <a:r>
                        <a:rPr lang="en-US" sz="1800" dirty="0">
                          <a:latin typeface="Calibri" panose="020F0502020204030204" pitchFamily="34" charset="0"/>
                          <a:cs typeface="Calibri" panose="020F0502020204030204" pitchFamily="34" charset="0"/>
                        </a:rPr>
                        <a:t> +35.0 (DC)</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Calibri" panose="020F0502020204030204" pitchFamily="34" charset="0"/>
                          <a:cs typeface="Calibri" panose="020F0502020204030204" pitchFamily="34" charset="0"/>
                        </a:rPr>
                        <a:t>-0.3 </a:t>
                      </a:r>
                      <a:r>
                        <a:rPr lang="en-US" sz="1800" dirty="0" err="1">
                          <a:latin typeface="Calibri" panose="020F0502020204030204" pitchFamily="34" charset="0"/>
                          <a:cs typeface="Calibri" panose="020F0502020204030204" pitchFamily="34" charset="0"/>
                        </a:rPr>
                        <a:t>đến</a:t>
                      </a:r>
                      <a:r>
                        <a:rPr lang="en-US" sz="1800" dirty="0">
                          <a:latin typeface="Calibri" panose="020F0502020204030204" pitchFamily="34" charset="0"/>
                          <a:cs typeface="Calibri" panose="020F0502020204030204" pitchFamily="34" charset="0"/>
                        </a:rPr>
                        <a:t> +40.0 (400ms)</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V</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6359837"/>
                  </a:ext>
                </a:extLst>
              </a:tr>
              <a:tr h="370840">
                <a:tc>
                  <a:txBody>
                    <a:bodyPr/>
                    <a:lstStyle/>
                    <a:p>
                      <a:pPr>
                        <a:buNone/>
                      </a:pPr>
                      <a:r>
                        <a:rPr lang="en-US" sz="1800" b="1">
                          <a:latin typeface="Calibri" panose="020F0502020204030204" pitchFamily="34" charset="0"/>
                          <a:cs typeface="Calibri" panose="020F0502020204030204" pitchFamily="34" charset="0"/>
                        </a:rPr>
                        <a:t>VFB</a:t>
                      </a:r>
                      <a:endParaRPr lang="en-US" sz="1800" dirty="0">
                        <a:latin typeface="Calibri" panose="020F0502020204030204" pitchFamily="34" charset="0"/>
                        <a:cs typeface="Calibri" panose="020F0502020204030204" pitchFamily="34" charset="0"/>
                      </a:endParaRP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err="1">
                          <a:latin typeface="Calibri" panose="020F0502020204030204" pitchFamily="34" charset="0"/>
                          <a:cs typeface="Calibri" panose="020F0502020204030204" pitchFamily="34" charset="0"/>
                        </a:rPr>
                        <a:t>Điện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áp</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chân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hồi</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tiếp</a:t>
                      </a:r>
                      <a:endParaRPr lang="en-US" sz="1800" dirty="0">
                        <a:latin typeface="Calibri" panose="020F0502020204030204" pitchFamily="34" charset="0"/>
                        <a:cs typeface="Calibri" panose="020F0502020204030204" pitchFamily="34" charset="0"/>
                      </a:endParaRPr>
                    </a:p>
                    <a:p>
                      <a:pPr algn="ctr">
                        <a:buNone/>
                      </a:pPr>
                      <a:r>
                        <a:rPr lang="en-US" sz="1800" dirty="0">
                          <a:latin typeface="Calibri" panose="020F0502020204030204" pitchFamily="34" charset="0"/>
                          <a:cs typeface="Calibri" panose="020F0502020204030204" pitchFamily="34" charset="0"/>
                        </a:rPr>
                        <a:t>(Feedback Pin Voltage)</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Calibri" panose="020F0502020204030204" pitchFamily="34" charset="0"/>
                          <a:cs typeface="Calibri" panose="020F0502020204030204" pitchFamily="34" charset="0"/>
                        </a:rPr>
                        <a:t>-0.3 </a:t>
                      </a:r>
                      <a:r>
                        <a:rPr lang="en-US" sz="1800" dirty="0" err="1">
                          <a:latin typeface="Calibri" panose="020F0502020204030204" pitchFamily="34" charset="0"/>
                          <a:cs typeface="Calibri" panose="020F0502020204030204" pitchFamily="34" charset="0"/>
                        </a:rPr>
                        <a:t>đến</a:t>
                      </a:r>
                      <a:r>
                        <a:rPr lang="en-US" sz="1800" dirty="0">
                          <a:latin typeface="Calibri" panose="020F0502020204030204" pitchFamily="34" charset="0"/>
                          <a:cs typeface="Calibri" panose="020F0502020204030204" pitchFamily="34" charset="0"/>
                        </a:rPr>
                        <a:t> +6.0</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V</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14300688"/>
                  </a:ext>
                </a:extLst>
              </a:tr>
              <a:tr h="370840">
                <a:tc>
                  <a:txBody>
                    <a:bodyPr/>
                    <a:lstStyle/>
                    <a:p>
                      <a:pPr>
                        <a:buNone/>
                      </a:pPr>
                      <a:r>
                        <a:rPr lang="en-US" sz="1800" b="1">
                          <a:latin typeface="Calibri" panose="020F0502020204030204" pitchFamily="34" charset="0"/>
                          <a:cs typeface="Calibri" panose="020F0502020204030204" pitchFamily="34" charset="0"/>
                        </a:rPr>
                        <a:t>VEN</a:t>
                      </a:r>
                      <a:endParaRPr lang="en-US" sz="1800">
                        <a:latin typeface="Calibri" panose="020F0502020204030204" pitchFamily="34" charset="0"/>
                        <a:cs typeface="Calibri" panose="020F0502020204030204" pitchFamily="34" charset="0"/>
                      </a:endParaRP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a:latin typeface="Calibri" panose="020F0502020204030204" pitchFamily="34" charset="0"/>
                          <a:cs typeface="Calibri" panose="020F0502020204030204" pitchFamily="34" charset="0"/>
                        </a:rPr>
                        <a:t>Điện áp chân Enable/UVLO</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Calibri" panose="020F0502020204030204" pitchFamily="34" charset="0"/>
                          <a:cs typeface="Calibri" panose="020F0502020204030204" pitchFamily="34" charset="0"/>
                        </a:rPr>
                        <a:t>-0.3 </a:t>
                      </a:r>
                      <a:r>
                        <a:rPr lang="en-US" sz="1800" dirty="0" err="1">
                          <a:latin typeface="Calibri" panose="020F0502020204030204" pitchFamily="34" charset="0"/>
                          <a:cs typeface="Calibri" panose="020F0502020204030204" pitchFamily="34" charset="0"/>
                        </a:rPr>
                        <a:t>đến</a:t>
                      </a:r>
                      <a:r>
                        <a:rPr lang="en-US" sz="1800" dirty="0">
                          <a:latin typeface="Calibri" panose="020F0502020204030204" pitchFamily="34" charset="0"/>
                          <a:cs typeface="Calibri" panose="020F0502020204030204" pitchFamily="34" charset="0"/>
                        </a:rPr>
                        <a:t> +35.0</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a:latin typeface="Calibri" panose="020F0502020204030204" pitchFamily="34" charset="0"/>
                          <a:cs typeface="Calibri" panose="020F0502020204030204" pitchFamily="34" charset="0"/>
                        </a:rPr>
                        <a:t>V</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7738914"/>
                  </a:ext>
                </a:extLst>
              </a:tr>
              <a:tr h="370840">
                <a:tc>
                  <a:txBody>
                    <a:bodyPr/>
                    <a:lstStyle/>
                    <a:p>
                      <a:pPr>
                        <a:buNone/>
                      </a:pPr>
                      <a:r>
                        <a:rPr lang="en-US" sz="1800" b="1">
                          <a:latin typeface="Calibri" panose="020F0502020204030204" pitchFamily="34" charset="0"/>
                          <a:cs typeface="Calibri" panose="020F0502020204030204" pitchFamily="34" charset="0"/>
                        </a:rPr>
                        <a:t>VSW</a:t>
                      </a:r>
                      <a:endParaRPr lang="en-US" sz="1800" dirty="0">
                        <a:latin typeface="Calibri" panose="020F0502020204030204" pitchFamily="34" charset="0"/>
                        <a:cs typeface="Calibri" panose="020F0502020204030204" pitchFamily="34" charset="0"/>
                      </a:endParaRP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err="1">
                          <a:latin typeface="Calibri" panose="020F0502020204030204" pitchFamily="34" charset="0"/>
                          <a:cs typeface="Calibri" panose="020F0502020204030204" pitchFamily="34" charset="0"/>
                        </a:rPr>
                        <a:t>Điện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áp</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chân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chuyển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mạch</a:t>
                      </a:r>
                      <a:endParaRPr lang="en-US" sz="1800" dirty="0">
                        <a:latin typeface="Calibri" panose="020F0502020204030204" pitchFamily="34" charset="0"/>
                        <a:cs typeface="Calibri" panose="020F0502020204030204" pitchFamily="34" charset="0"/>
                      </a:endParaRPr>
                    </a:p>
                    <a:p>
                      <a:pPr algn="ctr">
                        <a:buNone/>
                      </a:pPr>
                      <a:r>
                        <a:rPr lang="en-US" sz="1800" dirty="0">
                          <a:latin typeface="Calibri" panose="020F0502020204030204" pitchFamily="34" charset="0"/>
                          <a:cs typeface="Calibri" panose="020F0502020204030204" pitchFamily="34" charset="0"/>
                        </a:rPr>
                        <a:t>(Switch Pin Voltage)</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i-FI" sz="1800" dirty="0">
                          <a:latin typeface="Calibri" panose="020F0502020204030204" pitchFamily="34" charset="0"/>
                          <a:cs typeface="Calibri" panose="020F0502020204030204" pitchFamily="34" charset="0"/>
                        </a:rPr>
                        <a:t>-0.3 đến VIN + 0.3 (DC)</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i-FI" sz="1800" dirty="0">
                          <a:latin typeface="Calibri" panose="020F0502020204030204" pitchFamily="34" charset="0"/>
                          <a:cs typeface="Calibri" panose="020F0502020204030204" pitchFamily="34" charset="0"/>
                        </a:rPr>
                        <a:t>-2.5 đến VIN + 2.0 (20ns)</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V</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2852592"/>
                  </a:ext>
                </a:extLst>
              </a:tr>
              <a:tr h="0">
                <a:tc>
                  <a:txBody>
                    <a:bodyPr/>
                    <a:lstStyle/>
                    <a:p>
                      <a:pPr>
                        <a:buNone/>
                      </a:pPr>
                      <a:r>
                        <a:rPr lang="en-US" sz="1800" b="1" dirty="0">
                          <a:latin typeface="Calibri" panose="020F0502020204030204" pitchFamily="34" charset="0"/>
                          <a:cs typeface="Calibri" panose="020F0502020204030204" pitchFamily="34" charset="0"/>
                        </a:rPr>
                        <a:t>VBST</a:t>
                      </a:r>
                      <a:endParaRPr lang="en-US" sz="1800" dirty="0">
                        <a:latin typeface="Calibri" panose="020F0502020204030204" pitchFamily="34" charset="0"/>
                        <a:cs typeface="Calibri" panose="020F0502020204030204" pitchFamily="34" charset="0"/>
                      </a:endParaRP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err="1">
                          <a:latin typeface="Calibri" panose="020F0502020204030204" pitchFamily="34" charset="0"/>
                          <a:cs typeface="Calibri" panose="020F0502020204030204" pitchFamily="34" charset="0"/>
                        </a:rPr>
                        <a:t>Điện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áp</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chân</a:t>
                      </a:r>
                      <a:r>
                        <a:rPr lang="en-US" sz="1800" dirty="0">
                          <a:latin typeface="Calibri" panose="020F0502020204030204" pitchFamily="34" charset="0"/>
                          <a:cs typeface="Calibri" panose="020F0502020204030204" pitchFamily="34" charset="0"/>
                        </a:rPr>
                        <a:t> Bootstrap</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Calibri" panose="020F0502020204030204" pitchFamily="34" charset="0"/>
                          <a:cs typeface="Calibri" panose="020F0502020204030204" pitchFamily="34" charset="0"/>
                        </a:rPr>
                        <a:t>VSW - 0.3 </a:t>
                      </a:r>
                      <a:r>
                        <a:rPr lang="en-US" sz="1800" dirty="0" err="1">
                          <a:latin typeface="Calibri" panose="020F0502020204030204" pitchFamily="34" charset="0"/>
                          <a:cs typeface="Calibri" panose="020F0502020204030204" pitchFamily="34" charset="0"/>
                        </a:rPr>
                        <a:t>đến</a:t>
                      </a:r>
                      <a:r>
                        <a:rPr lang="en-US" sz="1800" dirty="0">
                          <a:latin typeface="Calibri" panose="020F0502020204030204" pitchFamily="34" charset="0"/>
                          <a:cs typeface="Calibri" panose="020F0502020204030204" pitchFamily="34" charset="0"/>
                        </a:rPr>
                        <a:t> VSW + 6.0</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a:latin typeface="Calibri" panose="020F0502020204030204" pitchFamily="34" charset="0"/>
                          <a:cs typeface="Calibri" panose="020F0502020204030204" pitchFamily="34" charset="0"/>
                        </a:rPr>
                        <a:t>V</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38509"/>
                  </a:ext>
                </a:extLst>
              </a:tr>
              <a:tr h="471490">
                <a:tc>
                  <a:txBody>
                    <a:bodyPr/>
                    <a:lstStyle/>
                    <a:p>
                      <a:pPr>
                        <a:buNone/>
                      </a:pPr>
                      <a:r>
                        <a:rPr lang="en-US" sz="1800" b="1" dirty="0">
                          <a:latin typeface="Calibri" panose="020F0502020204030204" pitchFamily="34" charset="0"/>
                          <a:cs typeface="Calibri" panose="020F0502020204030204" pitchFamily="34" charset="0"/>
                        </a:rPr>
                        <a:t>TST</a:t>
                      </a:r>
                      <a:endParaRPr lang="en-US" sz="1800" dirty="0">
                        <a:latin typeface="Calibri" panose="020F0502020204030204" pitchFamily="34" charset="0"/>
                        <a:cs typeface="Calibri" panose="020F0502020204030204" pitchFamily="34" charset="0"/>
                      </a:endParaRP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vi-VN" sz="1800">
                          <a:latin typeface="Calibri" panose="020F0502020204030204" pitchFamily="34" charset="0"/>
                          <a:cs typeface="Calibri" panose="020F0502020204030204" pitchFamily="34" charset="0"/>
                        </a:rPr>
                        <a:t>Nhiệt độ lưu trữ (Storage Temperature)</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-65</a:t>
                      </a:r>
                      <a:r>
                        <a:rPr lang="en-US" sz="1800" dirty="0"/>
                        <a:t>°C</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đến</a:t>
                      </a:r>
                      <a:r>
                        <a:rPr lang="en-US" sz="1800" dirty="0">
                          <a:latin typeface="Calibri" panose="020F0502020204030204" pitchFamily="34" charset="0"/>
                          <a:cs typeface="Calibri" panose="020F0502020204030204" pitchFamily="34" charset="0"/>
                        </a:rPr>
                        <a:t> 150</a:t>
                      </a:r>
                      <a:r>
                        <a:rPr lang="en-US" sz="1800" dirty="0"/>
                        <a:t>°C</a:t>
                      </a:r>
                      <a:endParaRPr lang="en-US" sz="1800" dirty="0">
                        <a:latin typeface="Calibri" panose="020F0502020204030204" pitchFamily="34" charset="0"/>
                        <a:cs typeface="Calibri" panose="020F0502020204030204" pitchFamily="34" charset="0"/>
                      </a:endParaRP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°C</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93041112"/>
                  </a:ext>
                </a:extLst>
              </a:tr>
              <a:tr h="370840">
                <a:tc>
                  <a:txBody>
                    <a:bodyPr/>
                    <a:lstStyle/>
                    <a:p>
                      <a:pPr>
                        <a:buNone/>
                      </a:pPr>
                      <a:r>
                        <a:rPr lang="en-US" sz="1800" b="1">
                          <a:latin typeface="Calibri" panose="020F0502020204030204" pitchFamily="34" charset="0"/>
                          <a:cs typeface="Calibri" panose="020F0502020204030204" pitchFamily="34" charset="0"/>
                        </a:rPr>
                        <a:t>TJ</a:t>
                      </a:r>
                      <a:endParaRPr lang="en-US" sz="1800" dirty="0">
                        <a:latin typeface="Calibri" panose="020F0502020204030204" pitchFamily="34" charset="0"/>
                        <a:cs typeface="Calibri" panose="020F0502020204030204" pitchFamily="34" charset="0"/>
                      </a:endParaRP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err="1">
                          <a:latin typeface="Calibri" panose="020F0502020204030204" pitchFamily="34" charset="0"/>
                          <a:cs typeface="Calibri" panose="020F0502020204030204" pitchFamily="34" charset="0"/>
                        </a:rPr>
                        <a:t>Nhiệt</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độ</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mối</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nối</a:t>
                      </a:r>
                      <a:r>
                        <a:rPr lang="en-US" sz="1800" dirty="0">
                          <a:latin typeface="Calibri" panose="020F0502020204030204" pitchFamily="34" charset="0"/>
                          <a:cs typeface="Calibri" panose="020F0502020204030204" pitchFamily="34" charset="0"/>
                        </a:rPr>
                        <a:t> (Junction Temperature)</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160</a:t>
                      </a:r>
                      <a:r>
                        <a:rPr lang="en-US" sz="1800" dirty="0"/>
                        <a:t>°C</a:t>
                      </a:r>
                      <a:endParaRPr lang="en-US" sz="1800" dirty="0">
                        <a:latin typeface="Calibri" panose="020F0502020204030204" pitchFamily="34" charset="0"/>
                        <a:cs typeface="Calibri" panose="020F0502020204030204" pitchFamily="34" charset="0"/>
                      </a:endParaRP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°C</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81856673"/>
                  </a:ext>
                </a:extLst>
              </a:tr>
              <a:tr h="370840">
                <a:tc>
                  <a:txBody>
                    <a:bodyPr/>
                    <a:lstStyle/>
                    <a:p>
                      <a:pPr>
                        <a:buNone/>
                      </a:pPr>
                      <a:r>
                        <a:rPr lang="en-US" sz="1800" b="1" dirty="0">
                          <a:latin typeface="Calibri" panose="020F0502020204030204" pitchFamily="34" charset="0"/>
                          <a:cs typeface="Calibri" panose="020F0502020204030204" pitchFamily="34" charset="0"/>
                        </a:rPr>
                        <a:t>TL</a:t>
                      </a:r>
                      <a:endParaRPr lang="en-US" sz="1800" dirty="0">
                        <a:latin typeface="Calibri" panose="020F0502020204030204" pitchFamily="34" charset="0"/>
                        <a:cs typeface="Calibri" panose="020F0502020204030204" pitchFamily="34" charset="0"/>
                      </a:endParaRP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err="1">
                          <a:latin typeface="Calibri" panose="020F0502020204030204" pitchFamily="34" charset="0"/>
                          <a:cs typeface="Calibri" panose="020F0502020204030204" pitchFamily="34" charset="0"/>
                        </a:rPr>
                        <a:t>Nhiệt</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độ</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chân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linh</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kiện</a:t>
                      </a:r>
                      <a:endParaRPr lang="en-US" sz="1800" dirty="0">
                        <a:latin typeface="Calibri" panose="020F0502020204030204" pitchFamily="34" charset="0"/>
                        <a:cs typeface="Calibri" panose="020F0502020204030204" pitchFamily="34" charset="0"/>
                      </a:endParaRPr>
                    </a:p>
                    <a:p>
                      <a:pPr algn="ctr">
                        <a:buNone/>
                      </a:pPr>
                      <a:r>
                        <a:rPr lang="en-US" sz="1800" dirty="0">
                          <a:latin typeface="Calibri" panose="020F0502020204030204" pitchFamily="34" charset="0"/>
                          <a:cs typeface="Calibri" panose="020F0502020204030204" pitchFamily="34" charset="0"/>
                        </a:rPr>
                        <a:t>(Lead Temperature)</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260</a:t>
                      </a:r>
                      <a:r>
                        <a:rPr lang="en-US" sz="1800" dirty="0"/>
                        <a:t>°C</a:t>
                      </a:r>
                      <a:endParaRPr lang="en-US" sz="1800" dirty="0">
                        <a:latin typeface="Calibri" panose="020F0502020204030204" pitchFamily="34" charset="0"/>
                        <a:cs typeface="Calibri" panose="020F0502020204030204" pitchFamily="34" charset="0"/>
                      </a:endParaRP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°C</a:t>
                      </a:r>
                    </a:p>
                  </a:txBody>
                  <a:tcPr marL="76276" marR="76276" marT="38138" marB="3813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3818516"/>
                  </a:ext>
                </a:extLst>
              </a:tr>
            </a:tbl>
          </a:graphicData>
        </a:graphic>
      </p:graphicFrame>
    </p:spTree>
    <p:extLst>
      <p:ext uri="{BB962C8B-B14F-4D97-AF65-F5344CB8AC3E}">
        <p14:creationId xmlns:p14="http://schemas.microsoft.com/office/powerpoint/2010/main" val="4195344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57D47BD5-2ADC-FE76-E2A4-12B977E4EDA2}"/>
            </a:ext>
          </a:extLst>
        </p:cNvPr>
        <p:cNvGrpSpPr/>
        <p:nvPr/>
      </p:nvGrpSpPr>
      <p:grpSpPr>
        <a:xfrm>
          <a:off x="0" y="0"/>
          <a:ext cx="0" cy="0"/>
          <a:chOff x="0" y="0"/>
          <a:chExt cx="0" cy="0"/>
        </a:xfrm>
      </p:grpSpPr>
      <p:sp>
        <p:nvSpPr>
          <p:cNvPr id="119" name="Google Shape;119;p5">
            <a:extLst>
              <a:ext uri="{FF2B5EF4-FFF2-40B4-BE49-F238E27FC236}">
                <a16:creationId xmlns:a16="http://schemas.microsoft.com/office/drawing/2014/main" id="{9DAFEBAE-5A6B-9B2C-7628-0FD1484379B0}"/>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120" name="Google Shape;120;p5">
            <a:extLst>
              <a:ext uri="{FF2B5EF4-FFF2-40B4-BE49-F238E27FC236}">
                <a16:creationId xmlns:a16="http://schemas.microsoft.com/office/drawing/2014/main" id="{89F221DD-0B9D-5BF6-36EA-64FE7861F650}"/>
              </a:ext>
            </a:extLst>
          </p:cNvPr>
          <p:cNvSpPr txBox="1">
            <a:spLocks noGrp="1"/>
          </p:cNvSpPr>
          <p:nvPr>
            <p:ph type="title"/>
          </p:nvPr>
        </p:nvSpPr>
        <p:spPr>
          <a:xfrm>
            <a:off x="274320" y="85995"/>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200">
                <a:solidFill>
                  <a:schemeClr val="lt1"/>
                </a:solidFill>
              </a:rPr>
              <a:t>1. </a:t>
            </a:r>
            <a:r>
              <a:rPr lang="en-US" sz="2400">
                <a:solidFill>
                  <a:schemeClr val="lt1"/>
                </a:solidFill>
              </a:rPr>
              <a:t>Tổng quan</a:t>
            </a:r>
            <a:endParaRPr sz="2400">
              <a:solidFill>
                <a:schemeClr val="lt1"/>
              </a:solidFill>
            </a:endParaRPr>
          </a:p>
        </p:txBody>
      </p:sp>
      <p:pic>
        <p:nvPicPr>
          <p:cNvPr id="4" name="Picture 3">
            <a:extLst>
              <a:ext uri="{FF2B5EF4-FFF2-40B4-BE49-F238E27FC236}">
                <a16:creationId xmlns:a16="http://schemas.microsoft.com/office/drawing/2014/main" id="{05AA0043-A6A6-EFB1-CE9D-D8837A85D48E}"/>
              </a:ext>
            </a:extLst>
          </p:cNvPr>
          <p:cNvPicPr>
            <a:picLocks noChangeAspect="1"/>
          </p:cNvPicPr>
          <p:nvPr/>
        </p:nvPicPr>
        <p:blipFill>
          <a:blip r:embed="rId3"/>
          <a:stretch>
            <a:fillRect/>
          </a:stretch>
        </p:blipFill>
        <p:spPr>
          <a:xfrm>
            <a:off x="1365563" y="2089901"/>
            <a:ext cx="6138870" cy="3936065"/>
          </a:xfrm>
          <a:prstGeom prst="rect">
            <a:avLst/>
          </a:prstGeom>
        </p:spPr>
      </p:pic>
      <p:sp>
        <p:nvSpPr>
          <p:cNvPr id="5" name="TextBox 4">
            <a:extLst>
              <a:ext uri="{FF2B5EF4-FFF2-40B4-BE49-F238E27FC236}">
                <a16:creationId xmlns:a16="http://schemas.microsoft.com/office/drawing/2014/main" id="{21B69DE7-73C7-9F75-38DF-9AAEDDB87914}"/>
              </a:ext>
            </a:extLst>
          </p:cNvPr>
          <p:cNvSpPr txBox="1"/>
          <p:nvPr/>
        </p:nvSpPr>
        <p:spPr>
          <a:xfrm>
            <a:off x="0" y="1192684"/>
            <a:ext cx="2537863" cy="461665"/>
          </a:xfrm>
          <a:prstGeom prst="rect">
            <a:avLst/>
          </a:prstGeom>
          <a:noFill/>
        </p:spPr>
        <p:txBody>
          <a:bodyPr wrap="square">
            <a:spAutoFit/>
          </a:bodyPr>
          <a:lstStyle/>
          <a:p>
            <a:r>
              <a:rPr lang="en-US" sz="2400" b="1" dirty="0" err="1">
                <a:latin typeface="Calibri" panose="020F0502020204030204" pitchFamily="34" charset="0"/>
                <a:cs typeface="Calibri" panose="020F0502020204030204" pitchFamily="34" charset="0"/>
              </a:rPr>
              <a:t>Khối</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Chức</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Năng</a:t>
            </a:r>
            <a:r>
              <a:rPr lang="en-US" sz="2400" b="1" dirty="0">
                <a:latin typeface="Calibri" panose="020F0502020204030204" pitchFamily="34" charset="0"/>
                <a:cs typeface="Calibri" panose="020F0502020204030204" pitchFamily="34" charset="0"/>
              </a:rPr>
              <a:t>:</a:t>
            </a:r>
          </a:p>
        </p:txBody>
      </p:sp>
      <p:cxnSp>
        <p:nvCxnSpPr>
          <p:cNvPr id="3" name="Straight Arrow Connector 2">
            <a:extLst>
              <a:ext uri="{FF2B5EF4-FFF2-40B4-BE49-F238E27FC236}">
                <a16:creationId xmlns:a16="http://schemas.microsoft.com/office/drawing/2014/main" id="{9F671668-22A6-2CF4-48A7-1C356770F24C}"/>
              </a:ext>
            </a:extLst>
          </p:cNvPr>
          <p:cNvCxnSpPr>
            <a:cxnSpLocks/>
          </p:cNvCxnSpPr>
          <p:nvPr/>
        </p:nvCxnSpPr>
        <p:spPr>
          <a:xfrm>
            <a:off x="4111380" y="2075351"/>
            <a:ext cx="0" cy="736610"/>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5395F77C-B748-BD54-3E4E-B1BFB1029957}"/>
              </a:ext>
            </a:extLst>
          </p:cNvPr>
          <p:cNvSpPr txBox="1"/>
          <p:nvPr/>
        </p:nvSpPr>
        <p:spPr>
          <a:xfrm>
            <a:off x="3182809" y="1552131"/>
            <a:ext cx="1924050" cy="523220"/>
          </a:xfrm>
          <a:prstGeom prst="rect">
            <a:avLst/>
          </a:prstGeom>
          <a:noFill/>
        </p:spPr>
        <p:txBody>
          <a:bodyPr wrap="square" rtlCol="0">
            <a:spAutoFit/>
          </a:bodyPr>
          <a:lstStyle/>
          <a:p>
            <a:pPr algn="ctr"/>
            <a:r>
              <a:rPr lang="en-US" b="1" dirty="0">
                <a:latin typeface="Calibri" panose="020F0502020204030204" pitchFamily="34" charset="0"/>
                <a:cs typeface="Calibri" panose="020F0502020204030204" pitchFamily="34" charset="0"/>
              </a:rPr>
              <a:t>Tham </a:t>
            </a:r>
            <a:r>
              <a:rPr lang="en-US" b="1" dirty="0" err="1">
                <a:latin typeface="Calibri" panose="020F0502020204030204" pitchFamily="34" charset="0"/>
                <a:cs typeface="Calibri" panose="020F0502020204030204" pitchFamily="34" charset="0"/>
              </a:rPr>
              <a:t>chiếu</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nội</a:t>
            </a:r>
            <a:endParaRPr lang="en-US" b="1" dirty="0">
              <a:latin typeface="Calibri" panose="020F0502020204030204" pitchFamily="34" charset="0"/>
              <a:cs typeface="Calibri" panose="020F0502020204030204" pitchFamily="34" charset="0"/>
            </a:endParaRPr>
          </a:p>
          <a:p>
            <a:pPr algn="ctr"/>
            <a:r>
              <a:rPr lang="en-US" dirty="0" err="1">
                <a:latin typeface="Calibri" panose="020F0502020204030204" pitchFamily="34" charset="0"/>
                <a:cs typeface="Calibri" panose="020F0502020204030204" pitchFamily="34" charset="0"/>
              </a:rPr>
              <a:t>Tạo</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điện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áp</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tham</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chiếu</a:t>
            </a:r>
            <a:endParaRPr lang="en-US" dirty="0">
              <a:latin typeface="Calibri" panose="020F0502020204030204" pitchFamily="34" charset="0"/>
              <a:cs typeface="Calibri" panose="020F0502020204030204" pitchFamily="34" charset="0"/>
            </a:endParaRPr>
          </a:p>
        </p:txBody>
      </p:sp>
      <p:cxnSp>
        <p:nvCxnSpPr>
          <p:cNvPr id="12" name="Straight Arrow Connector 11">
            <a:extLst>
              <a:ext uri="{FF2B5EF4-FFF2-40B4-BE49-F238E27FC236}">
                <a16:creationId xmlns:a16="http://schemas.microsoft.com/office/drawing/2014/main" id="{0468E71B-8AEC-D3EA-FB69-61E1A60E6FBC}"/>
              </a:ext>
            </a:extLst>
          </p:cNvPr>
          <p:cNvCxnSpPr>
            <a:cxnSpLocks/>
            <a:stCxn id="27" idx="2"/>
          </p:cNvCxnSpPr>
          <p:nvPr/>
        </p:nvCxnSpPr>
        <p:spPr>
          <a:xfrm>
            <a:off x="934009" y="4162743"/>
            <a:ext cx="1073618" cy="133116"/>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1FB1CBA9-0170-F55A-68C4-3635D01BD854}"/>
              </a:ext>
            </a:extLst>
          </p:cNvPr>
          <p:cNvSpPr txBox="1"/>
          <p:nvPr/>
        </p:nvSpPr>
        <p:spPr>
          <a:xfrm>
            <a:off x="224636" y="3639523"/>
            <a:ext cx="1418745" cy="523220"/>
          </a:xfrm>
          <a:prstGeom prst="rect">
            <a:avLst/>
          </a:prstGeom>
          <a:noFill/>
        </p:spPr>
        <p:txBody>
          <a:bodyPr wrap="square">
            <a:spAutoFit/>
          </a:bodyPr>
          <a:lstStyle/>
          <a:p>
            <a:r>
              <a:rPr lang="en-US" b="1" dirty="0" err="1">
                <a:latin typeface="Calibri" panose="020F0502020204030204" pitchFamily="34" charset="0"/>
                <a:cs typeface="Calibri" panose="020F0502020204030204" pitchFamily="34" charset="0"/>
              </a:rPr>
              <a:t>Khởi</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động</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mềm</a:t>
            </a:r>
            <a:endParaRPr lang="en-US" b="1" dirty="0">
              <a:latin typeface="Calibri" panose="020F0502020204030204" pitchFamily="34" charset="0"/>
              <a:cs typeface="Calibri" panose="020F0502020204030204" pitchFamily="34" charset="0"/>
            </a:endParaRPr>
          </a:p>
          <a:p>
            <a:r>
              <a:rPr lang="en-US" dirty="0" err="1">
                <a:latin typeface="Calibri" panose="020F0502020204030204" pitchFamily="34" charset="0"/>
                <a:cs typeface="Calibri" panose="020F0502020204030204" pitchFamily="34" charset="0"/>
              </a:rPr>
              <a:t>Tránh</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sốc</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cho</a:t>
            </a:r>
            <a:r>
              <a:rPr lang="en-US" dirty="0">
                <a:latin typeface="Calibri" panose="020F0502020204030204" pitchFamily="34" charset="0"/>
                <a:cs typeface="Calibri" panose="020F0502020204030204" pitchFamily="34" charset="0"/>
              </a:rPr>
              <a:t> IC</a:t>
            </a:r>
          </a:p>
        </p:txBody>
      </p:sp>
      <p:cxnSp>
        <p:nvCxnSpPr>
          <p:cNvPr id="28" name="Straight Arrow Connector 27">
            <a:extLst>
              <a:ext uri="{FF2B5EF4-FFF2-40B4-BE49-F238E27FC236}">
                <a16:creationId xmlns:a16="http://schemas.microsoft.com/office/drawing/2014/main" id="{05875053-4064-ECEF-320E-6657A88297BA}"/>
              </a:ext>
            </a:extLst>
          </p:cNvPr>
          <p:cNvCxnSpPr>
            <a:cxnSpLocks/>
            <a:stCxn id="30" idx="0"/>
          </p:cNvCxnSpPr>
          <p:nvPr/>
        </p:nvCxnSpPr>
        <p:spPr>
          <a:xfrm flipV="1">
            <a:off x="907896" y="5542201"/>
            <a:ext cx="1034604" cy="475696"/>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25EE9ECE-8B0D-8F1D-8222-E99B93B95114}"/>
              </a:ext>
            </a:extLst>
          </p:cNvPr>
          <p:cNvSpPr txBox="1"/>
          <p:nvPr/>
        </p:nvSpPr>
        <p:spPr>
          <a:xfrm>
            <a:off x="110336" y="6017897"/>
            <a:ext cx="1595120" cy="523220"/>
          </a:xfrm>
          <a:prstGeom prst="rect">
            <a:avLst/>
          </a:prstGeom>
          <a:noFill/>
        </p:spPr>
        <p:txBody>
          <a:bodyPr wrap="square">
            <a:spAutoFit/>
          </a:bodyPr>
          <a:lstStyle/>
          <a:p>
            <a:pPr algn="ctr"/>
            <a:r>
              <a:rPr lang="en-US" b="1" dirty="0" err="1">
                <a:latin typeface="Calibri" panose="020F0502020204030204" pitchFamily="34" charset="0"/>
                <a:cs typeface="Calibri" panose="020F0502020204030204" pitchFamily="34" charset="0"/>
              </a:rPr>
              <a:t>Tạo</a:t>
            </a:r>
            <a:r>
              <a:rPr lang="en-US" b="1" dirty="0">
                <a:latin typeface="Calibri" panose="020F0502020204030204" pitchFamily="34" charset="0"/>
                <a:cs typeface="Calibri" panose="020F0502020204030204" pitchFamily="34" charset="0"/>
              </a:rPr>
              <a:t> dao </a:t>
            </a:r>
            <a:r>
              <a:rPr lang="en-US" b="1" dirty="0" err="1">
                <a:latin typeface="Calibri" panose="020F0502020204030204" pitchFamily="34" charset="0"/>
                <a:cs typeface="Calibri" panose="020F0502020204030204" pitchFamily="34" charset="0"/>
              </a:rPr>
              <a:t>động</a:t>
            </a:r>
            <a:endParaRPr lang="en-US" b="1" dirty="0">
              <a:latin typeface="Calibri" panose="020F0502020204030204" pitchFamily="34" charset="0"/>
              <a:cs typeface="Calibri" panose="020F0502020204030204" pitchFamily="34" charset="0"/>
            </a:endParaRPr>
          </a:p>
          <a:p>
            <a:pPr algn="ctr"/>
            <a:r>
              <a:rPr lang="en-US" dirty="0" err="1">
                <a:latin typeface="Calibri" panose="020F0502020204030204" pitchFamily="34" charset="0"/>
                <a:cs typeface="Calibri" panose="020F0502020204030204" pitchFamily="34" charset="0"/>
              </a:rPr>
              <a:t>Khởi</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tạo</a:t>
            </a:r>
            <a:r>
              <a:rPr lang="en-US" dirty="0">
                <a:latin typeface="Calibri" panose="020F0502020204030204" pitchFamily="34" charset="0"/>
                <a:cs typeface="Calibri" panose="020F0502020204030204" pitchFamily="34" charset="0"/>
              </a:rPr>
              <a:t> f = 500kHz</a:t>
            </a:r>
          </a:p>
        </p:txBody>
      </p:sp>
      <p:cxnSp>
        <p:nvCxnSpPr>
          <p:cNvPr id="96" name="Straight Arrow Connector 95">
            <a:extLst>
              <a:ext uri="{FF2B5EF4-FFF2-40B4-BE49-F238E27FC236}">
                <a16:creationId xmlns:a16="http://schemas.microsoft.com/office/drawing/2014/main" id="{73D3A866-AEAF-A531-C736-B06AA4348FDC}"/>
              </a:ext>
            </a:extLst>
          </p:cNvPr>
          <p:cNvCxnSpPr>
            <a:cxnSpLocks/>
            <a:stCxn id="123" idx="0"/>
          </p:cNvCxnSpPr>
          <p:nvPr/>
        </p:nvCxnSpPr>
        <p:spPr>
          <a:xfrm flipH="1" flipV="1">
            <a:off x="5221113" y="5402570"/>
            <a:ext cx="685443" cy="713873"/>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97" name="Straight Arrow Connector 96">
            <a:extLst>
              <a:ext uri="{FF2B5EF4-FFF2-40B4-BE49-F238E27FC236}">
                <a16:creationId xmlns:a16="http://schemas.microsoft.com/office/drawing/2014/main" id="{CD637155-16DC-9B7F-36E2-07D8AE7FDDBB}"/>
              </a:ext>
            </a:extLst>
          </p:cNvPr>
          <p:cNvCxnSpPr>
            <a:cxnSpLocks/>
            <a:stCxn id="102" idx="0"/>
            <a:endCxn id="139" idx="1"/>
          </p:cNvCxnSpPr>
          <p:nvPr/>
        </p:nvCxnSpPr>
        <p:spPr>
          <a:xfrm flipV="1">
            <a:off x="3297063" y="4978400"/>
            <a:ext cx="1559417" cy="1117381"/>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102" name="TextBox 101">
            <a:extLst>
              <a:ext uri="{FF2B5EF4-FFF2-40B4-BE49-F238E27FC236}">
                <a16:creationId xmlns:a16="http://schemas.microsoft.com/office/drawing/2014/main" id="{130C5781-83BA-2D52-8C26-379867880CCC}"/>
              </a:ext>
            </a:extLst>
          </p:cNvPr>
          <p:cNvSpPr txBox="1"/>
          <p:nvPr/>
        </p:nvSpPr>
        <p:spPr>
          <a:xfrm>
            <a:off x="2074766" y="6095781"/>
            <a:ext cx="2444594" cy="523220"/>
          </a:xfrm>
          <a:prstGeom prst="rect">
            <a:avLst/>
          </a:prstGeom>
          <a:noFill/>
        </p:spPr>
        <p:txBody>
          <a:bodyPr wrap="square">
            <a:spAutoFit/>
          </a:bodyPr>
          <a:lstStyle/>
          <a:p>
            <a:pPr algn="ctr"/>
            <a:r>
              <a:rPr lang="en-US" b="1" dirty="0" err="1">
                <a:latin typeface="Calibri" panose="020F0502020204030204" pitchFamily="34" charset="0"/>
                <a:cs typeface="Calibri" panose="020F0502020204030204" pitchFamily="34" charset="0"/>
              </a:rPr>
              <a:t>Bộ</a:t>
            </a:r>
            <a:r>
              <a:rPr lang="en-US" b="1" dirty="0">
                <a:latin typeface="Calibri" panose="020F0502020204030204" pitchFamily="34" charset="0"/>
                <a:cs typeface="Calibri" panose="020F0502020204030204" pitchFamily="34" charset="0"/>
              </a:rPr>
              <a:t> so </a:t>
            </a:r>
            <a:r>
              <a:rPr lang="en-US" b="1" dirty="0" err="1">
                <a:latin typeface="Calibri" panose="020F0502020204030204" pitchFamily="34" charset="0"/>
                <a:cs typeface="Calibri" panose="020F0502020204030204" pitchFamily="34" charset="0"/>
              </a:rPr>
              <a:t>sánh</a:t>
            </a:r>
            <a:r>
              <a:rPr lang="en-US" b="1" dirty="0">
                <a:latin typeface="Calibri" panose="020F0502020204030204" pitchFamily="34" charset="0"/>
                <a:cs typeface="Calibri" panose="020F0502020204030204" pitchFamily="34" charset="0"/>
              </a:rPr>
              <a:t> PWM</a:t>
            </a:r>
          </a:p>
          <a:p>
            <a:pPr algn="ctr"/>
            <a:r>
              <a:rPr lang="en-US" dirty="0" err="1">
                <a:latin typeface="Calibri" panose="020F0502020204030204" pitchFamily="34" charset="0"/>
                <a:cs typeface="Calibri" panose="020F0502020204030204" pitchFamily="34" charset="0"/>
              </a:rPr>
              <a:t>Tạo</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ra</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tín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hiệu</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điều</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khiển</a:t>
            </a:r>
            <a:r>
              <a:rPr lang="en-US" dirty="0">
                <a:latin typeface="Calibri" panose="020F0502020204030204" pitchFamily="34" charset="0"/>
                <a:cs typeface="Calibri" panose="020F0502020204030204" pitchFamily="34" charset="0"/>
              </a:rPr>
              <a:t>.</a:t>
            </a:r>
          </a:p>
        </p:txBody>
      </p:sp>
      <p:cxnSp>
        <p:nvCxnSpPr>
          <p:cNvPr id="110" name="Straight Arrow Connector 109">
            <a:extLst>
              <a:ext uri="{FF2B5EF4-FFF2-40B4-BE49-F238E27FC236}">
                <a16:creationId xmlns:a16="http://schemas.microsoft.com/office/drawing/2014/main" id="{E9E61BDC-2662-91B2-FADF-34B542A7466B}"/>
              </a:ext>
            </a:extLst>
          </p:cNvPr>
          <p:cNvCxnSpPr>
            <a:cxnSpLocks/>
            <a:stCxn id="127" idx="0"/>
          </p:cNvCxnSpPr>
          <p:nvPr/>
        </p:nvCxnSpPr>
        <p:spPr>
          <a:xfrm flipV="1">
            <a:off x="952099" y="4586328"/>
            <a:ext cx="1938839" cy="293022"/>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123" name="TextBox 122">
            <a:extLst>
              <a:ext uri="{FF2B5EF4-FFF2-40B4-BE49-F238E27FC236}">
                <a16:creationId xmlns:a16="http://schemas.microsoft.com/office/drawing/2014/main" id="{F95AC5F5-96B7-B9C9-76B1-A0321C80C6DD}"/>
              </a:ext>
            </a:extLst>
          </p:cNvPr>
          <p:cNvSpPr txBox="1"/>
          <p:nvPr/>
        </p:nvSpPr>
        <p:spPr>
          <a:xfrm>
            <a:off x="4684259" y="6116443"/>
            <a:ext cx="2444594" cy="523220"/>
          </a:xfrm>
          <a:prstGeom prst="rect">
            <a:avLst/>
          </a:prstGeom>
          <a:noFill/>
        </p:spPr>
        <p:txBody>
          <a:bodyPr wrap="square">
            <a:spAutoFit/>
          </a:bodyPr>
          <a:lstStyle/>
          <a:p>
            <a:pPr algn="ctr"/>
            <a:r>
              <a:rPr lang="en-US" b="1" dirty="0" err="1">
                <a:latin typeface="Calibri" panose="020F0502020204030204" pitchFamily="34" charset="0"/>
                <a:cs typeface="Calibri" panose="020F0502020204030204" pitchFamily="34" charset="0"/>
              </a:rPr>
              <a:t>Ngắt</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Quá</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Nhiệt</a:t>
            </a:r>
            <a:endParaRPr lang="en-US" b="1" dirty="0">
              <a:latin typeface="Calibri" panose="020F0502020204030204" pitchFamily="34" charset="0"/>
              <a:cs typeface="Calibri" panose="020F0502020204030204" pitchFamily="34" charset="0"/>
            </a:endParaRPr>
          </a:p>
          <a:p>
            <a:pPr algn="ctr"/>
            <a:r>
              <a:rPr lang="en-US" dirty="0" err="1">
                <a:latin typeface="Calibri" panose="020F0502020204030204" pitchFamily="34" charset="0"/>
                <a:cs typeface="Calibri" panose="020F0502020204030204" pitchFamily="34" charset="0"/>
              </a:rPr>
              <a:t>Ngắt</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khi</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phát</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hiện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quá</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nhiệt</a:t>
            </a:r>
            <a:r>
              <a:rPr lang="en-US" dirty="0">
                <a:latin typeface="Calibri" panose="020F0502020204030204" pitchFamily="34" charset="0"/>
                <a:cs typeface="Calibri" panose="020F0502020204030204" pitchFamily="34" charset="0"/>
              </a:rPr>
              <a:t>.</a:t>
            </a:r>
          </a:p>
        </p:txBody>
      </p:sp>
      <p:sp>
        <p:nvSpPr>
          <p:cNvPr id="127" name="TextBox 126">
            <a:extLst>
              <a:ext uri="{FF2B5EF4-FFF2-40B4-BE49-F238E27FC236}">
                <a16:creationId xmlns:a16="http://schemas.microsoft.com/office/drawing/2014/main" id="{CFEBA8D4-4665-A71E-A815-40936AB88701}"/>
              </a:ext>
            </a:extLst>
          </p:cNvPr>
          <p:cNvSpPr txBox="1"/>
          <p:nvPr/>
        </p:nvSpPr>
        <p:spPr>
          <a:xfrm>
            <a:off x="65235" y="4879350"/>
            <a:ext cx="1773728" cy="523220"/>
          </a:xfrm>
          <a:prstGeom prst="rect">
            <a:avLst/>
          </a:prstGeom>
          <a:noFill/>
        </p:spPr>
        <p:txBody>
          <a:bodyPr wrap="square">
            <a:spAutoFit/>
          </a:bodyPr>
          <a:lstStyle/>
          <a:p>
            <a:pPr algn="ctr"/>
            <a:r>
              <a:rPr lang="en-US" b="1" dirty="0" err="1">
                <a:latin typeface="Calibri" panose="020F0502020204030204" pitchFamily="34" charset="0"/>
                <a:cs typeface="Calibri" panose="020F0502020204030204" pitchFamily="34" charset="0"/>
              </a:rPr>
              <a:t>Bộ</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khuếch</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đại</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lỗi</a:t>
            </a:r>
            <a:endParaRPr lang="en-US" b="1"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So </a:t>
            </a:r>
            <a:r>
              <a:rPr lang="en-US" dirty="0" err="1">
                <a:latin typeface="Calibri" panose="020F0502020204030204" pitchFamily="34" charset="0"/>
                <a:cs typeface="Calibri" panose="020F0502020204030204" pitchFamily="34" charset="0"/>
              </a:rPr>
              <a:t>sánh</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Vref</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với</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Vfb</a:t>
            </a:r>
            <a:endParaRPr lang="en-US" dirty="0">
              <a:latin typeface="Calibri" panose="020F0502020204030204" pitchFamily="34" charset="0"/>
              <a:cs typeface="Calibri" panose="020F0502020204030204" pitchFamily="34" charset="0"/>
            </a:endParaRPr>
          </a:p>
        </p:txBody>
      </p:sp>
      <p:sp>
        <p:nvSpPr>
          <p:cNvPr id="134" name="TextBox 133">
            <a:extLst>
              <a:ext uri="{FF2B5EF4-FFF2-40B4-BE49-F238E27FC236}">
                <a16:creationId xmlns:a16="http://schemas.microsoft.com/office/drawing/2014/main" id="{86CC3B1B-38EC-34BC-B6E5-150BD2D1DBCF}"/>
              </a:ext>
            </a:extLst>
          </p:cNvPr>
          <p:cNvSpPr txBox="1"/>
          <p:nvPr/>
        </p:nvSpPr>
        <p:spPr>
          <a:xfrm>
            <a:off x="-107135" y="2601322"/>
            <a:ext cx="1961235" cy="738664"/>
          </a:xfrm>
          <a:prstGeom prst="rect">
            <a:avLst/>
          </a:prstGeom>
          <a:noFill/>
        </p:spPr>
        <p:txBody>
          <a:bodyPr wrap="square">
            <a:spAutoFit/>
          </a:bodyPr>
          <a:lstStyle/>
          <a:p>
            <a:pPr algn="ctr"/>
            <a:r>
              <a:rPr lang="en-US" b="1" dirty="0">
                <a:latin typeface="Calibri" panose="020F0502020204030204" pitchFamily="34" charset="0"/>
                <a:cs typeface="Calibri" panose="020F0502020204030204" pitchFamily="34" charset="0"/>
              </a:rPr>
              <a:t>Over Voltage Protection</a:t>
            </a:r>
            <a:br>
              <a:rPr lang="en-US" b="1"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Bảo </a:t>
            </a:r>
            <a:r>
              <a:rPr lang="en-US" dirty="0" err="1">
                <a:latin typeface="Calibri" panose="020F0502020204030204" pitchFamily="34" charset="0"/>
                <a:cs typeface="Calibri" panose="020F0502020204030204" pitchFamily="34" charset="0"/>
              </a:rPr>
              <a:t>vệ</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quá</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áp</a:t>
            </a:r>
            <a:endParaRPr lang="en-US" dirty="0">
              <a:latin typeface="Calibri" panose="020F0502020204030204" pitchFamily="34" charset="0"/>
              <a:cs typeface="Calibri" panose="020F0502020204030204" pitchFamily="34" charset="0"/>
            </a:endParaRPr>
          </a:p>
        </p:txBody>
      </p:sp>
      <p:sp>
        <p:nvSpPr>
          <p:cNvPr id="139" name="Rectangle 138">
            <a:extLst>
              <a:ext uri="{FF2B5EF4-FFF2-40B4-BE49-F238E27FC236}">
                <a16:creationId xmlns:a16="http://schemas.microsoft.com/office/drawing/2014/main" id="{AE1B5671-7516-6BCE-D396-EF005B08EE98}"/>
              </a:ext>
            </a:extLst>
          </p:cNvPr>
          <p:cNvSpPr/>
          <p:nvPr/>
        </p:nvSpPr>
        <p:spPr>
          <a:xfrm>
            <a:off x="4856480" y="4815840"/>
            <a:ext cx="619760" cy="325120"/>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5A8CA59E-E985-F0AD-DA55-20243D795203}"/>
              </a:ext>
            </a:extLst>
          </p:cNvPr>
          <p:cNvSpPr/>
          <p:nvPr/>
        </p:nvSpPr>
        <p:spPr>
          <a:xfrm>
            <a:off x="2890938" y="4206241"/>
            <a:ext cx="567396" cy="327660"/>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5" name="Straight Arrow Connector 184">
            <a:extLst>
              <a:ext uri="{FF2B5EF4-FFF2-40B4-BE49-F238E27FC236}">
                <a16:creationId xmlns:a16="http://schemas.microsoft.com/office/drawing/2014/main" id="{752854FC-3F42-8551-2173-83CC206EEF6D}"/>
              </a:ext>
            </a:extLst>
          </p:cNvPr>
          <p:cNvCxnSpPr>
            <a:cxnSpLocks/>
            <a:stCxn id="188" idx="2"/>
          </p:cNvCxnSpPr>
          <p:nvPr/>
        </p:nvCxnSpPr>
        <p:spPr>
          <a:xfrm>
            <a:off x="6330796" y="2032670"/>
            <a:ext cx="0" cy="391510"/>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188" name="TextBox 187">
            <a:extLst>
              <a:ext uri="{FF2B5EF4-FFF2-40B4-BE49-F238E27FC236}">
                <a16:creationId xmlns:a16="http://schemas.microsoft.com/office/drawing/2014/main" id="{582781EF-777A-5B90-FC88-DABB1C0D8C89}"/>
              </a:ext>
            </a:extLst>
          </p:cNvPr>
          <p:cNvSpPr txBox="1"/>
          <p:nvPr/>
        </p:nvSpPr>
        <p:spPr>
          <a:xfrm>
            <a:off x="5683299" y="1509450"/>
            <a:ext cx="1294993" cy="523220"/>
          </a:xfrm>
          <a:prstGeom prst="rect">
            <a:avLst/>
          </a:prstGeom>
          <a:noFill/>
        </p:spPr>
        <p:txBody>
          <a:bodyPr wrap="square">
            <a:spAutoFit/>
          </a:bodyPr>
          <a:lstStyle/>
          <a:p>
            <a:pPr algn="ctr"/>
            <a:r>
              <a:rPr lang="en-US" b="1" dirty="0" err="1">
                <a:latin typeface="Calibri" panose="020F0502020204030204" pitchFamily="34" charset="0"/>
                <a:cs typeface="Calibri" panose="020F0502020204030204" pitchFamily="34" charset="0"/>
              </a:rPr>
              <a:t>Bộ</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ổn</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áp</a:t>
            </a:r>
            <a:r>
              <a:rPr lang="en-US" b="1" dirty="0">
                <a:latin typeface="Calibri" panose="020F0502020204030204" pitchFamily="34" charset="0"/>
                <a:cs typeface="Calibri" panose="020F0502020204030204" pitchFamily="34" charset="0"/>
              </a:rPr>
              <a:t> VCC</a:t>
            </a:r>
          </a:p>
          <a:p>
            <a:pPr algn="ct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Nội</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áp</a:t>
            </a:r>
            <a:endParaRPr lang="en-US" dirty="0">
              <a:latin typeface="Calibri" panose="020F0502020204030204" pitchFamily="34" charset="0"/>
              <a:cs typeface="Calibri" panose="020F0502020204030204" pitchFamily="34" charset="0"/>
            </a:endParaRPr>
          </a:p>
        </p:txBody>
      </p:sp>
      <p:sp>
        <p:nvSpPr>
          <p:cNvPr id="193" name="TextBox 192">
            <a:extLst>
              <a:ext uri="{FF2B5EF4-FFF2-40B4-BE49-F238E27FC236}">
                <a16:creationId xmlns:a16="http://schemas.microsoft.com/office/drawing/2014/main" id="{1ADBC959-90A6-BF97-390D-C67A6AF9670C}"/>
              </a:ext>
            </a:extLst>
          </p:cNvPr>
          <p:cNvSpPr txBox="1"/>
          <p:nvPr/>
        </p:nvSpPr>
        <p:spPr>
          <a:xfrm>
            <a:off x="7511343" y="2232570"/>
            <a:ext cx="1703520" cy="892552"/>
          </a:xfrm>
          <a:prstGeom prst="rect">
            <a:avLst/>
          </a:prstGeom>
          <a:noFill/>
        </p:spPr>
        <p:txBody>
          <a:bodyPr wrap="square">
            <a:spAutoFit/>
          </a:bodyPr>
          <a:lstStyle/>
          <a:p>
            <a:pPr algn="ctr"/>
            <a:r>
              <a:rPr lang="en-US" b="1" dirty="0" err="1">
                <a:latin typeface="Calibri" panose="020F0502020204030204" pitchFamily="34" charset="0"/>
                <a:cs typeface="Calibri" panose="020F0502020204030204" pitchFamily="34" charset="0"/>
              </a:rPr>
              <a:t>Bộ</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khuếch</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đại</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cảm</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biến</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dòng</a:t>
            </a:r>
            <a:endParaRPr lang="en-US" b="1" dirty="0">
              <a:latin typeface="Calibri" panose="020F0502020204030204" pitchFamily="34" charset="0"/>
              <a:cs typeface="Calibri" panose="020F0502020204030204" pitchFamily="34" charset="0"/>
            </a:endParaRPr>
          </a:p>
          <a:p>
            <a:pPr algn="ctr"/>
            <a:r>
              <a:rPr lang="en-US" sz="1200" dirty="0" err="1">
                <a:latin typeface="Calibri" panose="020F0502020204030204" pitchFamily="34" charset="0"/>
                <a:cs typeface="Calibri" panose="020F0502020204030204" pitchFamily="34" charset="0"/>
              </a:rPr>
              <a:t>Đo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dòng</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điện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đi</a:t>
            </a:r>
            <a:r>
              <a:rPr lang="en-US" sz="1200" dirty="0">
                <a:latin typeface="Calibri" panose="020F0502020204030204" pitchFamily="34" charset="0"/>
                <a:cs typeface="Calibri" panose="020F0502020204030204" pitchFamily="34" charset="0"/>
              </a:rPr>
              <a:t> qua High-Side MOSFET</a:t>
            </a:r>
          </a:p>
        </p:txBody>
      </p:sp>
      <p:cxnSp>
        <p:nvCxnSpPr>
          <p:cNvPr id="194" name="Straight Arrow Connector 193">
            <a:extLst>
              <a:ext uri="{FF2B5EF4-FFF2-40B4-BE49-F238E27FC236}">
                <a16:creationId xmlns:a16="http://schemas.microsoft.com/office/drawing/2014/main" id="{AC1D862B-5BAD-530C-DB5D-FDEDBE655D0A}"/>
              </a:ext>
            </a:extLst>
          </p:cNvPr>
          <p:cNvCxnSpPr>
            <a:cxnSpLocks/>
            <a:stCxn id="193" idx="1"/>
          </p:cNvCxnSpPr>
          <p:nvPr/>
        </p:nvCxnSpPr>
        <p:spPr>
          <a:xfrm flipH="1">
            <a:off x="6435569" y="2678846"/>
            <a:ext cx="1075774" cy="584456"/>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197" name="TextBox 196">
            <a:extLst>
              <a:ext uri="{FF2B5EF4-FFF2-40B4-BE49-F238E27FC236}">
                <a16:creationId xmlns:a16="http://schemas.microsoft.com/office/drawing/2014/main" id="{5357E91E-9A65-189D-24FB-DE9E4BAADB17}"/>
              </a:ext>
            </a:extLst>
          </p:cNvPr>
          <p:cNvSpPr txBox="1"/>
          <p:nvPr/>
        </p:nvSpPr>
        <p:spPr>
          <a:xfrm>
            <a:off x="7566102" y="3429000"/>
            <a:ext cx="1577898" cy="492443"/>
          </a:xfrm>
          <a:prstGeom prst="rect">
            <a:avLst/>
          </a:prstGeom>
          <a:noFill/>
        </p:spPr>
        <p:txBody>
          <a:bodyPr wrap="square">
            <a:spAutoFit/>
          </a:bodyPr>
          <a:lstStyle/>
          <a:p>
            <a:pPr algn="ctr"/>
            <a:r>
              <a:rPr lang="en-US" b="1" dirty="0">
                <a:latin typeface="Calibri" panose="020F0502020204030204" pitchFamily="34" charset="0"/>
                <a:cs typeface="Calibri" panose="020F0502020204030204" pitchFamily="34" charset="0"/>
              </a:rPr>
              <a:t>Control Logic</a:t>
            </a:r>
          </a:p>
          <a:p>
            <a:pPr algn="ctr"/>
            <a:r>
              <a:rPr lang="en-US" sz="1200" dirty="0" err="1">
                <a:latin typeface="Calibri" panose="020F0502020204030204" pitchFamily="34" charset="0"/>
                <a:cs typeface="Calibri" panose="020F0502020204030204" pitchFamily="34" charset="0"/>
              </a:rPr>
              <a:t>Nhận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tín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hiệu</a:t>
            </a:r>
            <a:r>
              <a:rPr lang="en-US" sz="1200" dirty="0">
                <a:latin typeface="Calibri" panose="020F0502020204030204" pitchFamily="34" charset="0"/>
                <a:cs typeface="Calibri" panose="020F0502020204030204" pitchFamily="34" charset="0"/>
              </a:rPr>
              <a:t> PWM</a:t>
            </a:r>
          </a:p>
        </p:txBody>
      </p:sp>
      <p:cxnSp>
        <p:nvCxnSpPr>
          <p:cNvPr id="199" name="Straight Arrow Connector 198">
            <a:extLst>
              <a:ext uri="{FF2B5EF4-FFF2-40B4-BE49-F238E27FC236}">
                <a16:creationId xmlns:a16="http://schemas.microsoft.com/office/drawing/2014/main" id="{C4EF17BD-4C17-0BE8-F6B1-348D8F76EF0A}"/>
              </a:ext>
            </a:extLst>
          </p:cNvPr>
          <p:cNvCxnSpPr>
            <a:cxnSpLocks/>
          </p:cNvCxnSpPr>
          <p:nvPr/>
        </p:nvCxnSpPr>
        <p:spPr>
          <a:xfrm flipH="1">
            <a:off x="5996940" y="3641772"/>
            <a:ext cx="1836420" cy="139836"/>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202" name="Straight Arrow Connector 201">
            <a:extLst>
              <a:ext uri="{FF2B5EF4-FFF2-40B4-BE49-F238E27FC236}">
                <a16:creationId xmlns:a16="http://schemas.microsoft.com/office/drawing/2014/main" id="{4B82B381-DA8E-B125-643C-D51026B1CB79}"/>
              </a:ext>
            </a:extLst>
          </p:cNvPr>
          <p:cNvCxnSpPr>
            <a:cxnSpLocks/>
            <a:stCxn id="208" idx="0"/>
          </p:cNvCxnSpPr>
          <p:nvPr/>
        </p:nvCxnSpPr>
        <p:spPr>
          <a:xfrm flipH="1" flipV="1">
            <a:off x="5489920" y="3835516"/>
            <a:ext cx="2784449" cy="373592"/>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208" name="TextBox 207">
            <a:extLst>
              <a:ext uri="{FF2B5EF4-FFF2-40B4-BE49-F238E27FC236}">
                <a16:creationId xmlns:a16="http://schemas.microsoft.com/office/drawing/2014/main" id="{204540A6-72E1-0590-5A0F-8432633DDB15}"/>
              </a:ext>
            </a:extLst>
          </p:cNvPr>
          <p:cNvSpPr txBox="1"/>
          <p:nvPr/>
        </p:nvSpPr>
        <p:spPr>
          <a:xfrm>
            <a:off x="7293751" y="4209108"/>
            <a:ext cx="1961235" cy="523220"/>
          </a:xfrm>
          <a:prstGeom prst="rect">
            <a:avLst/>
          </a:prstGeom>
          <a:noFill/>
        </p:spPr>
        <p:txBody>
          <a:bodyPr wrap="square">
            <a:spAutoFit/>
          </a:bodyPr>
          <a:lstStyle/>
          <a:p>
            <a:pPr algn="ctr"/>
            <a:r>
              <a:rPr lang="en-US" b="1" dirty="0">
                <a:latin typeface="Calibri" panose="020F0502020204030204" pitchFamily="34" charset="0"/>
                <a:cs typeface="Calibri" panose="020F0502020204030204" pitchFamily="34" charset="0"/>
              </a:rPr>
              <a:t>Over Current Protect</a:t>
            </a:r>
          </a:p>
          <a:p>
            <a:pPr algn="ctr"/>
            <a:r>
              <a:rPr lang="en-US" dirty="0">
                <a:latin typeface="Calibri" panose="020F0502020204030204" pitchFamily="34" charset="0"/>
                <a:cs typeface="Calibri" panose="020F0502020204030204" pitchFamily="34" charset="0"/>
              </a:rPr>
              <a:t>Bảo </a:t>
            </a:r>
            <a:r>
              <a:rPr lang="en-US" dirty="0" err="1">
                <a:latin typeface="Calibri" panose="020F0502020204030204" pitchFamily="34" charset="0"/>
                <a:cs typeface="Calibri" panose="020F0502020204030204" pitchFamily="34" charset="0"/>
              </a:rPr>
              <a:t>vệ</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quá</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dòng</a:t>
            </a:r>
            <a:endParaRPr lang="en-US" dirty="0">
              <a:latin typeface="Calibri" panose="020F0502020204030204" pitchFamily="34" charset="0"/>
              <a:cs typeface="Calibri" panose="020F0502020204030204" pitchFamily="34" charset="0"/>
            </a:endParaRPr>
          </a:p>
        </p:txBody>
      </p:sp>
      <p:sp>
        <p:nvSpPr>
          <p:cNvPr id="229" name="Rectangle 228">
            <a:extLst>
              <a:ext uri="{FF2B5EF4-FFF2-40B4-BE49-F238E27FC236}">
                <a16:creationId xmlns:a16="http://schemas.microsoft.com/office/drawing/2014/main" id="{41E48EBD-6FCD-36C8-B811-F563F7205E12}"/>
              </a:ext>
            </a:extLst>
          </p:cNvPr>
          <p:cNvSpPr/>
          <p:nvPr/>
        </p:nvSpPr>
        <p:spPr>
          <a:xfrm>
            <a:off x="6069754" y="4053950"/>
            <a:ext cx="731629" cy="445316"/>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0" name="Straight Arrow Connector 229">
            <a:extLst>
              <a:ext uri="{FF2B5EF4-FFF2-40B4-BE49-F238E27FC236}">
                <a16:creationId xmlns:a16="http://schemas.microsoft.com/office/drawing/2014/main" id="{C97DE7DC-9BD9-9CFF-F038-E9C4F304B04C}"/>
              </a:ext>
            </a:extLst>
          </p:cNvPr>
          <p:cNvCxnSpPr>
            <a:cxnSpLocks/>
            <a:stCxn id="234" idx="0"/>
            <a:endCxn id="229" idx="3"/>
          </p:cNvCxnSpPr>
          <p:nvPr/>
        </p:nvCxnSpPr>
        <p:spPr>
          <a:xfrm flipH="1" flipV="1">
            <a:off x="6801383" y="4276608"/>
            <a:ext cx="1432863" cy="685799"/>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234" name="TextBox 233">
            <a:extLst>
              <a:ext uri="{FF2B5EF4-FFF2-40B4-BE49-F238E27FC236}">
                <a16:creationId xmlns:a16="http://schemas.microsoft.com/office/drawing/2014/main" id="{A08E63DF-6A28-B9B6-DCF5-D6BC4D8E10D5}"/>
              </a:ext>
            </a:extLst>
          </p:cNvPr>
          <p:cNvSpPr txBox="1"/>
          <p:nvPr/>
        </p:nvSpPr>
        <p:spPr>
          <a:xfrm>
            <a:off x="7253628" y="4962407"/>
            <a:ext cx="1961235" cy="523220"/>
          </a:xfrm>
          <a:prstGeom prst="rect">
            <a:avLst/>
          </a:prstGeom>
          <a:noFill/>
        </p:spPr>
        <p:txBody>
          <a:bodyPr wrap="square">
            <a:spAutoFit/>
          </a:bodyPr>
          <a:lstStyle/>
          <a:p>
            <a:pPr algn="ctr"/>
            <a:r>
              <a:rPr lang="en-US" b="1" dirty="0">
                <a:latin typeface="Calibri" panose="020F0502020204030204" pitchFamily="34" charset="0"/>
                <a:cs typeface="Calibri" panose="020F0502020204030204" pitchFamily="34" charset="0"/>
              </a:rPr>
              <a:t>High-Side MOSFET</a:t>
            </a:r>
          </a:p>
          <a:p>
            <a:pPr algn="ctr"/>
            <a:r>
              <a:rPr lang="en-US" dirty="0" err="1">
                <a:latin typeface="Calibri" panose="020F0502020204030204" pitchFamily="34" charset="0"/>
                <a:cs typeface="Calibri" panose="020F0502020204030204" pitchFamily="34" charset="0"/>
              </a:rPr>
              <a:t>Tạo</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dòng</a:t>
            </a:r>
            <a:r>
              <a:rPr lang="en-US" dirty="0">
                <a:latin typeface="Calibri" panose="020F0502020204030204" pitchFamily="34" charset="0"/>
                <a:cs typeface="Calibri" panose="020F0502020204030204" pitchFamily="34" charset="0"/>
              </a:rPr>
              <a:t> SW</a:t>
            </a:r>
          </a:p>
        </p:txBody>
      </p:sp>
      <p:sp>
        <p:nvSpPr>
          <p:cNvPr id="237" name="TextBox 236">
            <a:extLst>
              <a:ext uri="{FF2B5EF4-FFF2-40B4-BE49-F238E27FC236}">
                <a16:creationId xmlns:a16="http://schemas.microsoft.com/office/drawing/2014/main" id="{5082BA65-635F-596D-5ABD-E0AD93DCAFC5}"/>
              </a:ext>
            </a:extLst>
          </p:cNvPr>
          <p:cNvSpPr txBox="1"/>
          <p:nvPr/>
        </p:nvSpPr>
        <p:spPr>
          <a:xfrm>
            <a:off x="7293752" y="5786059"/>
            <a:ext cx="1961235" cy="523220"/>
          </a:xfrm>
          <a:prstGeom prst="rect">
            <a:avLst/>
          </a:prstGeom>
          <a:noFill/>
        </p:spPr>
        <p:txBody>
          <a:bodyPr wrap="square">
            <a:spAutoFit/>
          </a:bodyPr>
          <a:lstStyle/>
          <a:p>
            <a:pPr algn="ctr"/>
            <a:r>
              <a:rPr lang="en-US" b="1" dirty="0">
                <a:latin typeface="Calibri" panose="020F0502020204030204" pitchFamily="34" charset="0"/>
                <a:cs typeface="Calibri" panose="020F0502020204030204" pitchFamily="34" charset="0"/>
              </a:rPr>
              <a:t>Low-Side MOSFET</a:t>
            </a:r>
          </a:p>
          <a:p>
            <a:pPr algn="ctr"/>
            <a:r>
              <a:rPr lang="en-US" dirty="0">
                <a:latin typeface="Calibri" panose="020F0502020204030204" pitchFamily="34" charset="0"/>
                <a:cs typeface="Calibri" panose="020F0502020204030204" pitchFamily="34" charset="0"/>
              </a:rPr>
              <a:t>Rút </a:t>
            </a:r>
            <a:r>
              <a:rPr lang="en-US" dirty="0" err="1">
                <a:latin typeface="Calibri" panose="020F0502020204030204" pitchFamily="34" charset="0"/>
                <a:cs typeface="Calibri" panose="020F0502020204030204" pitchFamily="34" charset="0"/>
              </a:rPr>
              <a:t>dòng</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về</a:t>
            </a:r>
            <a:r>
              <a:rPr lang="en-US" dirty="0">
                <a:latin typeface="Calibri" panose="020F0502020204030204" pitchFamily="34" charset="0"/>
                <a:cs typeface="Calibri" panose="020F0502020204030204" pitchFamily="34" charset="0"/>
              </a:rPr>
              <a:t> GND</a:t>
            </a:r>
          </a:p>
        </p:txBody>
      </p:sp>
      <p:sp>
        <p:nvSpPr>
          <p:cNvPr id="238" name="Rectangle 237">
            <a:extLst>
              <a:ext uri="{FF2B5EF4-FFF2-40B4-BE49-F238E27FC236}">
                <a16:creationId xmlns:a16="http://schemas.microsoft.com/office/drawing/2014/main" id="{5C0FF55D-EA71-BFA4-42CE-45C4BABEECF6}"/>
              </a:ext>
            </a:extLst>
          </p:cNvPr>
          <p:cNvSpPr/>
          <p:nvPr/>
        </p:nvSpPr>
        <p:spPr>
          <a:xfrm>
            <a:off x="6078777" y="4933762"/>
            <a:ext cx="731629" cy="445316"/>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9" name="Straight Arrow Connector 238">
            <a:extLst>
              <a:ext uri="{FF2B5EF4-FFF2-40B4-BE49-F238E27FC236}">
                <a16:creationId xmlns:a16="http://schemas.microsoft.com/office/drawing/2014/main" id="{C773FEE9-0EAF-9A9A-FFF1-38123560D10D}"/>
              </a:ext>
            </a:extLst>
          </p:cNvPr>
          <p:cNvCxnSpPr>
            <a:cxnSpLocks/>
            <a:stCxn id="237" idx="0"/>
          </p:cNvCxnSpPr>
          <p:nvPr/>
        </p:nvCxnSpPr>
        <p:spPr>
          <a:xfrm flipH="1" flipV="1">
            <a:off x="6796997" y="5156420"/>
            <a:ext cx="1477373" cy="629639"/>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254" name="Straight Arrow Connector 253">
            <a:extLst>
              <a:ext uri="{FF2B5EF4-FFF2-40B4-BE49-F238E27FC236}">
                <a16:creationId xmlns:a16="http://schemas.microsoft.com/office/drawing/2014/main" id="{7D3CBEB6-0F34-1469-E23A-E1E612B5BEAA}"/>
              </a:ext>
            </a:extLst>
          </p:cNvPr>
          <p:cNvCxnSpPr>
            <a:cxnSpLocks/>
            <a:stCxn id="134" idx="2"/>
          </p:cNvCxnSpPr>
          <p:nvPr/>
        </p:nvCxnSpPr>
        <p:spPr>
          <a:xfrm>
            <a:off x="873483" y="3339986"/>
            <a:ext cx="2017455" cy="89014"/>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2483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5"/>
                                        </p:tgtEl>
                                        <p:attrNameLst>
                                          <p:attrName>style.visibility</p:attrName>
                                        </p:attrNameLst>
                                      </p:cBhvr>
                                      <p:to>
                                        <p:strVal val="visible"/>
                                      </p:to>
                                    </p:set>
                                    <p:animEffect transition="in" filter="fade">
                                      <p:cBhvr>
                                        <p:cTn id="7" dur="500"/>
                                        <p:tgtEl>
                                          <p:spTgt spid="18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8"/>
                                        </p:tgtEl>
                                        <p:attrNameLst>
                                          <p:attrName>style.visibility</p:attrName>
                                        </p:attrNameLst>
                                      </p:cBhvr>
                                      <p:to>
                                        <p:strVal val="visible"/>
                                      </p:to>
                                    </p:set>
                                    <p:animEffect transition="in" filter="fade">
                                      <p:cBhvr>
                                        <p:cTn id="10" dur="500"/>
                                        <p:tgtEl>
                                          <p:spTgt spid="18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4"/>
                                        </p:tgtEl>
                                        <p:attrNameLst>
                                          <p:attrName>style.visibility</p:attrName>
                                        </p:attrNameLst>
                                      </p:cBhvr>
                                      <p:to>
                                        <p:strVal val="visible"/>
                                      </p:to>
                                    </p:set>
                                    <p:animEffect transition="in" filter="fade">
                                      <p:cBhvr>
                                        <p:cTn id="23" dur="500"/>
                                        <p:tgtEl>
                                          <p:spTgt spid="25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4"/>
                                        </p:tgtEl>
                                        <p:attrNameLst>
                                          <p:attrName>style.visibility</p:attrName>
                                        </p:attrNameLst>
                                      </p:cBhvr>
                                      <p:to>
                                        <p:strVal val="visible"/>
                                      </p:to>
                                    </p:set>
                                    <p:animEffect transition="in" filter="fade">
                                      <p:cBhvr>
                                        <p:cTn id="26" dur="500"/>
                                        <p:tgtEl>
                                          <p:spTgt spid="13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7"/>
                                        </p:tgtEl>
                                        <p:attrNameLst>
                                          <p:attrName>style.visibility</p:attrName>
                                        </p:attrNameLst>
                                      </p:cBhvr>
                                      <p:to>
                                        <p:strVal val="visible"/>
                                      </p:to>
                                    </p:set>
                                    <p:animEffect transition="in" filter="fade">
                                      <p:cBhvr>
                                        <p:cTn id="39" dur="500"/>
                                        <p:tgtEl>
                                          <p:spTgt spid="127"/>
                                        </p:tgtEl>
                                      </p:cBhvr>
                                    </p:animEffect>
                                  </p:childTnLst>
                                </p:cTn>
                              </p:par>
                              <p:par>
                                <p:cTn id="40" presetID="10" presetClass="entr" presetSubtype="0" fill="hold" nodeType="withEffect">
                                  <p:stCondLst>
                                    <p:cond delay="0"/>
                                  </p:stCondLst>
                                  <p:childTnLst>
                                    <p:set>
                                      <p:cBhvr>
                                        <p:cTn id="41" dur="1" fill="hold">
                                          <p:stCondLst>
                                            <p:cond delay="0"/>
                                          </p:stCondLst>
                                        </p:cTn>
                                        <p:tgtEl>
                                          <p:spTgt spid="110"/>
                                        </p:tgtEl>
                                        <p:attrNameLst>
                                          <p:attrName>style.visibility</p:attrName>
                                        </p:attrNameLst>
                                      </p:cBhvr>
                                      <p:to>
                                        <p:strVal val="visible"/>
                                      </p:to>
                                    </p:set>
                                    <p:animEffect transition="in" filter="fade">
                                      <p:cBhvr>
                                        <p:cTn id="42" dur="500"/>
                                        <p:tgtEl>
                                          <p:spTgt spid="110"/>
                                        </p:tgtEl>
                                      </p:cBhvr>
                                    </p:animEffect>
                                  </p:childTnLst>
                                </p:cTn>
                              </p:par>
                              <p:par>
                                <p:cTn id="43" presetID="10" presetClass="entr" presetSubtype="0" fill="hold" grpId="1" nodeType="withEffect">
                                  <p:stCondLst>
                                    <p:cond delay="0"/>
                                  </p:stCondLst>
                                  <p:childTnLst>
                                    <p:set>
                                      <p:cBhvr>
                                        <p:cTn id="44" dur="1" fill="hold">
                                          <p:stCondLst>
                                            <p:cond delay="0"/>
                                          </p:stCondLst>
                                        </p:cTn>
                                        <p:tgtEl>
                                          <p:spTgt spid="184"/>
                                        </p:tgtEl>
                                        <p:attrNameLst>
                                          <p:attrName>style.visibility</p:attrName>
                                        </p:attrNameLst>
                                      </p:cBhvr>
                                      <p:to>
                                        <p:strVal val="visible"/>
                                      </p:to>
                                    </p:set>
                                    <p:animEffect transition="in" filter="fade">
                                      <p:cBhvr>
                                        <p:cTn id="45" dur="500"/>
                                        <p:tgtEl>
                                          <p:spTgt spid="18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par>
                                <p:cTn id="51" presetID="10" presetClass="entr" presetSubtype="0" fill="hold" nodeType="with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00"/>
                                        <p:tgtEl>
                                          <p:spTgt spid="28"/>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02"/>
                                        </p:tgtEl>
                                        <p:attrNameLst>
                                          <p:attrName>style.visibility</p:attrName>
                                        </p:attrNameLst>
                                      </p:cBhvr>
                                      <p:to>
                                        <p:strVal val="visible"/>
                                      </p:to>
                                    </p:set>
                                    <p:animEffect transition="in" filter="fade">
                                      <p:cBhvr>
                                        <p:cTn id="58" dur="500"/>
                                        <p:tgtEl>
                                          <p:spTgt spid="102"/>
                                        </p:tgtEl>
                                      </p:cBhvr>
                                    </p:animEffect>
                                  </p:childTnLst>
                                </p:cTn>
                              </p:par>
                              <p:par>
                                <p:cTn id="59" presetID="10" presetClass="entr" presetSubtype="0" fill="hold" nodeType="withEffect">
                                  <p:stCondLst>
                                    <p:cond delay="0"/>
                                  </p:stCondLst>
                                  <p:childTnLst>
                                    <p:set>
                                      <p:cBhvr>
                                        <p:cTn id="60" dur="1" fill="hold">
                                          <p:stCondLst>
                                            <p:cond delay="0"/>
                                          </p:stCondLst>
                                        </p:cTn>
                                        <p:tgtEl>
                                          <p:spTgt spid="97"/>
                                        </p:tgtEl>
                                        <p:attrNameLst>
                                          <p:attrName>style.visibility</p:attrName>
                                        </p:attrNameLst>
                                      </p:cBhvr>
                                      <p:to>
                                        <p:strVal val="visible"/>
                                      </p:to>
                                    </p:set>
                                    <p:animEffect transition="in" filter="fade">
                                      <p:cBhvr>
                                        <p:cTn id="61" dur="500"/>
                                        <p:tgtEl>
                                          <p:spTgt spid="9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39"/>
                                        </p:tgtEl>
                                        <p:attrNameLst>
                                          <p:attrName>style.visibility</p:attrName>
                                        </p:attrNameLst>
                                      </p:cBhvr>
                                      <p:to>
                                        <p:strVal val="visible"/>
                                      </p:to>
                                    </p:set>
                                    <p:animEffect transition="in" filter="fade">
                                      <p:cBhvr>
                                        <p:cTn id="64" dur="500"/>
                                        <p:tgtEl>
                                          <p:spTgt spid="13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23"/>
                                        </p:tgtEl>
                                        <p:attrNameLst>
                                          <p:attrName>style.visibility</p:attrName>
                                        </p:attrNameLst>
                                      </p:cBhvr>
                                      <p:to>
                                        <p:strVal val="visible"/>
                                      </p:to>
                                    </p:set>
                                    <p:animEffect transition="in" filter="fade">
                                      <p:cBhvr>
                                        <p:cTn id="69" dur="500"/>
                                        <p:tgtEl>
                                          <p:spTgt spid="123"/>
                                        </p:tgtEl>
                                      </p:cBhvr>
                                    </p:animEffect>
                                  </p:childTnLst>
                                </p:cTn>
                              </p:par>
                              <p:par>
                                <p:cTn id="70" presetID="10" presetClass="entr" presetSubtype="0" fill="hold" nodeType="withEffect">
                                  <p:stCondLst>
                                    <p:cond delay="0"/>
                                  </p:stCondLst>
                                  <p:childTnLst>
                                    <p:set>
                                      <p:cBhvr>
                                        <p:cTn id="71" dur="1" fill="hold">
                                          <p:stCondLst>
                                            <p:cond delay="0"/>
                                          </p:stCondLst>
                                        </p:cTn>
                                        <p:tgtEl>
                                          <p:spTgt spid="96"/>
                                        </p:tgtEl>
                                        <p:attrNameLst>
                                          <p:attrName>style.visibility</p:attrName>
                                        </p:attrNameLst>
                                      </p:cBhvr>
                                      <p:to>
                                        <p:strVal val="visible"/>
                                      </p:to>
                                    </p:set>
                                    <p:animEffect transition="in" filter="fade">
                                      <p:cBhvr>
                                        <p:cTn id="72" dur="500"/>
                                        <p:tgtEl>
                                          <p:spTgt spid="9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38"/>
                                        </p:tgtEl>
                                        <p:attrNameLst>
                                          <p:attrName>style.visibility</p:attrName>
                                        </p:attrNameLst>
                                      </p:cBhvr>
                                      <p:to>
                                        <p:strVal val="visible"/>
                                      </p:to>
                                    </p:set>
                                    <p:animEffect transition="in" filter="fade">
                                      <p:cBhvr>
                                        <p:cTn id="77" dur="500"/>
                                        <p:tgtEl>
                                          <p:spTgt spid="238"/>
                                        </p:tgtEl>
                                      </p:cBhvr>
                                    </p:animEffect>
                                  </p:childTnLst>
                                </p:cTn>
                              </p:par>
                              <p:par>
                                <p:cTn id="78" presetID="10" presetClass="entr" presetSubtype="0" fill="hold" nodeType="withEffect">
                                  <p:stCondLst>
                                    <p:cond delay="0"/>
                                  </p:stCondLst>
                                  <p:childTnLst>
                                    <p:set>
                                      <p:cBhvr>
                                        <p:cTn id="79" dur="1" fill="hold">
                                          <p:stCondLst>
                                            <p:cond delay="0"/>
                                          </p:stCondLst>
                                        </p:cTn>
                                        <p:tgtEl>
                                          <p:spTgt spid="239"/>
                                        </p:tgtEl>
                                        <p:attrNameLst>
                                          <p:attrName>style.visibility</p:attrName>
                                        </p:attrNameLst>
                                      </p:cBhvr>
                                      <p:to>
                                        <p:strVal val="visible"/>
                                      </p:to>
                                    </p:set>
                                    <p:animEffect transition="in" filter="fade">
                                      <p:cBhvr>
                                        <p:cTn id="80" dur="500"/>
                                        <p:tgtEl>
                                          <p:spTgt spid="23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37"/>
                                        </p:tgtEl>
                                        <p:attrNameLst>
                                          <p:attrName>style.visibility</p:attrName>
                                        </p:attrNameLst>
                                      </p:cBhvr>
                                      <p:to>
                                        <p:strVal val="visible"/>
                                      </p:to>
                                    </p:set>
                                    <p:animEffect transition="in" filter="fade">
                                      <p:cBhvr>
                                        <p:cTn id="83" dur="500"/>
                                        <p:tgtEl>
                                          <p:spTgt spid="237"/>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34"/>
                                        </p:tgtEl>
                                        <p:attrNameLst>
                                          <p:attrName>style.visibility</p:attrName>
                                        </p:attrNameLst>
                                      </p:cBhvr>
                                      <p:to>
                                        <p:strVal val="visible"/>
                                      </p:to>
                                    </p:set>
                                    <p:animEffect transition="in" filter="fade">
                                      <p:cBhvr>
                                        <p:cTn id="88" dur="500"/>
                                        <p:tgtEl>
                                          <p:spTgt spid="234"/>
                                        </p:tgtEl>
                                      </p:cBhvr>
                                    </p:animEffect>
                                  </p:childTnLst>
                                </p:cTn>
                              </p:par>
                              <p:par>
                                <p:cTn id="89" presetID="10" presetClass="entr" presetSubtype="0" fill="hold" nodeType="withEffect">
                                  <p:stCondLst>
                                    <p:cond delay="0"/>
                                  </p:stCondLst>
                                  <p:childTnLst>
                                    <p:set>
                                      <p:cBhvr>
                                        <p:cTn id="90" dur="1" fill="hold">
                                          <p:stCondLst>
                                            <p:cond delay="0"/>
                                          </p:stCondLst>
                                        </p:cTn>
                                        <p:tgtEl>
                                          <p:spTgt spid="230"/>
                                        </p:tgtEl>
                                        <p:attrNameLst>
                                          <p:attrName>style.visibility</p:attrName>
                                        </p:attrNameLst>
                                      </p:cBhvr>
                                      <p:to>
                                        <p:strVal val="visible"/>
                                      </p:to>
                                    </p:set>
                                    <p:animEffect transition="in" filter="fade">
                                      <p:cBhvr>
                                        <p:cTn id="91" dur="500"/>
                                        <p:tgtEl>
                                          <p:spTgt spid="2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29"/>
                                        </p:tgtEl>
                                        <p:attrNameLst>
                                          <p:attrName>style.visibility</p:attrName>
                                        </p:attrNameLst>
                                      </p:cBhvr>
                                      <p:to>
                                        <p:strVal val="visible"/>
                                      </p:to>
                                    </p:set>
                                    <p:animEffect transition="in" filter="fade">
                                      <p:cBhvr>
                                        <p:cTn id="94" dur="500"/>
                                        <p:tgtEl>
                                          <p:spTgt spid="229"/>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208"/>
                                        </p:tgtEl>
                                        <p:attrNameLst>
                                          <p:attrName>style.visibility</p:attrName>
                                        </p:attrNameLst>
                                      </p:cBhvr>
                                      <p:to>
                                        <p:strVal val="visible"/>
                                      </p:to>
                                    </p:set>
                                    <p:animEffect transition="in" filter="fade">
                                      <p:cBhvr>
                                        <p:cTn id="99" dur="500"/>
                                        <p:tgtEl>
                                          <p:spTgt spid="208"/>
                                        </p:tgtEl>
                                      </p:cBhvr>
                                    </p:animEffect>
                                  </p:childTnLst>
                                </p:cTn>
                              </p:par>
                              <p:par>
                                <p:cTn id="100" presetID="10" presetClass="entr" presetSubtype="0" fill="hold" nodeType="withEffect">
                                  <p:stCondLst>
                                    <p:cond delay="0"/>
                                  </p:stCondLst>
                                  <p:childTnLst>
                                    <p:set>
                                      <p:cBhvr>
                                        <p:cTn id="101" dur="1" fill="hold">
                                          <p:stCondLst>
                                            <p:cond delay="0"/>
                                          </p:stCondLst>
                                        </p:cTn>
                                        <p:tgtEl>
                                          <p:spTgt spid="202"/>
                                        </p:tgtEl>
                                        <p:attrNameLst>
                                          <p:attrName>style.visibility</p:attrName>
                                        </p:attrNameLst>
                                      </p:cBhvr>
                                      <p:to>
                                        <p:strVal val="visible"/>
                                      </p:to>
                                    </p:set>
                                    <p:animEffect transition="in" filter="fade">
                                      <p:cBhvr>
                                        <p:cTn id="102" dur="500"/>
                                        <p:tgtEl>
                                          <p:spTgt spid="202"/>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197"/>
                                        </p:tgtEl>
                                        <p:attrNameLst>
                                          <p:attrName>style.visibility</p:attrName>
                                        </p:attrNameLst>
                                      </p:cBhvr>
                                      <p:to>
                                        <p:strVal val="visible"/>
                                      </p:to>
                                    </p:set>
                                    <p:animEffect transition="in" filter="fade">
                                      <p:cBhvr>
                                        <p:cTn id="107" dur="500"/>
                                        <p:tgtEl>
                                          <p:spTgt spid="197"/>
                                        </p:tgtEl>
                                      </p:cBhvr>
                                    </p:animEffect>
                                  </p:childTnLst>
                                </p:cTn>
                              </p:par>
                              <p:par>
                                <p:cTn id="108" presetID="10" presetClass="entr" presetSubtype="0" fill="hold" nodeType="withEffect">
                                  <p:stCondLst>
                                    <p:cond delay="0"/>
                                  </p:stCondLst>
                                  <p:childTnLst>
                                    <p:set>
                                      <p:cBhvr>
                                        <p:cTn id="109" dur="1" fill="hold">
                                          <p:stCondLst>
                                            <p:cond delay="0"/>
                                          </p:stCondLst>
                                        </p:cTn>
                                        <p:tgtEl>
                                          <p:spTgt spid="199"/>
                                        </p:tgtEl>
                                        <p:attrNameLst>
                                          <p:attrName>style.visibility</p:attrName>
                                        </p:attrNameLst>
                                      </p:cBhvr>
                                      <p:to>
                                        <p:strVal val="visible"/>
                                      </p:to>
                                    </p:set>
                                    <p:animEffect transition="in" filter="fade">
                                      <p:cBhvr>
                                        <p:cTn id="110" dur="500"/>
                                        <p:tgtEl>
                                          <p:spTgt spid="199"/>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194"/>
                                        </p:tgtEl>
                                        <p:attrNameLst>
                                          <p:attrName>style.visibility</p:attrName>
                                        </p:attrNameLst>
                                      </p:cBhvr>
                                      <p:to>
                                        <p:strVal val="visible"/>
                                      </p:to>
                                    </p:set>
                                    <p:animEffect transition="in" filter="fade">
                                      <p:cBhvr>
                                        <p:cTn id="115" dur="500"/>
                                        <p:tgtEl>
                                          <p:spTgt spid="194"/>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93"/>
                                        </p:tgtEl>
                                        <p:attrNameLst>
                                          <p:attrName>style.visibility</p:attrName>
                                        </p:attrNameLst>
                                      </p:cBhvr>
                                      <p:to>
                                        <p:strVal val="visible"/>
                                      </p:to>
                                    </p:set>
                                    <p:animEffect transition="in" filter="fade">
                                      <p:cBhvr>
                                        <p:cTn id="118" dur="500"/>
                                        <p:tgtEl>
                                          <p:spTgt spid="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P spid="30" grpId="0"/>
      <p:bldP spid="102" grpId="0"/>
      <p:bldP spid="123" grpId="0"/>
      <p:bldP spid="127" grpId="0"/>
      <p:bldP spid="134" grpId="0"/>
      <p:bldP spid="139" grpId="0" animBg="1"/>
      <p:bldP spid="184" grpId="1" animBg="1"/>
      <p:bldP spid="188" grpId="0"/>
      <p:bldP spid="193" grpId="0"/>
      <p:bldP spid="197" grpId="0"/>
      <p:bldP spid="208" grpId="0"/>
      <p:bldP spid="229" grpId="0" animBg="1"/>
      <p:bldP spid="234" grpId="0"/>
      <p:bldP spid="237" grpId="0"/>
      <p:bldP spid="23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120" name="Google Shape;120;p5"/>
          <p:cNvSpPr txBox="1">
            <a:spLocks noGrp="1"/>
          </p:cNvSpPr>
          <p:nvPr>
            <p:ph type="title"/>
          </p:nvPr>
        </p:nvSpPr>
        <p:spPr>
          <a:xfrm>
            <a:off x="274320" y="85995"/>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dirty="0">
                <a:solidFill>
                  <a:schemeClr val="lt1"/>
                </a:solidFill>
                <a:latin typeface="Calibri" panose="020F0502020204030204" pitchFamily="34" charset="0"/>
                <a:cs typeface="Calibri" panose="020F0502020204030204" pitchFamily="34" charset="0"/>
              </a:rPr>
              <a:t>1. </a:t>
            </a:r>
            <a:r>
              <a:rPr lang="en-US" sz="2400" dirty="0" err="1">
                <a:solidFill>
                  <a:schemeClr val="lt1"/>
                </a:solidFill>
                <a:latin typeface="Calibri" panose="020F0502020204030204" pitchFamily="34" charset="0"/>
                <a:cs typeface="Calibri" panose="020F0502020204030204" pitchFamily="34" charset="0"/>
              </a:rPr>
              <a:t>Tổng</a:t>
            </a:r>
            <a:r>
              <a:rPr lang="en-US" sz="2400" dirty="0">
                <a:solidFill>
                  <a:schemeClr val="lt1"/>
                </a:solidFill>
                <a:latin typeface="Calibri" panose="020F0502020204030204" pitchFamily="34" charset="0"/>
                <a:cs typeface="Calibri" panose="020F0502020204030204" pitchFamily="34" charset="0"/>
              </a:rPr>
              <a:t> </a:t>
            </a:r>
            <a:r>
              <a:rPr lang="en-US" sz="2400" dirty="0" err="1">
                <a:solidFill>
                  <a:schemeClr val="lt1"/>
                </a:solidFill>
                <a:latin typeface="Calibri" panose="020F0502020204030204" pitchFamily="34" charset="0"/>
                <a:cs typeface="Calibri" panose="020F0502020204030204" pitchFamily="34" charset="0"/>
              </a:rPr>
              <a:t>quan</a:t>
            </a:r>
            <a:endParaRPr sz="2400" dirty="0">
              <a:solidFill>
                <a:schemeClr val="lt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27898F6E-A6D6-9AFC-5BBD-618E6F4EA832}"/>
              </a:ext>
            </a:extLst>
          </p:cNvPr>
          <p:cNvPicPr>
            <a:picLocks noChangeAspect="1"/>
          </p:cNvPicPr>
          <p:nvPr/>
        </p:nvPicPr>
        <p:blipFill>
          <a:blip r:embed="rId3"/>
          <a:stretch>
            <a:fillRect/>
          </a:stretch>
        </p:blipFill>
        <p:spPr>
          <a:xfrm>
            <a:off x="200291" y="1441719"/>
            <a:ext cx="8743418" cy="46434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FC4CB174-20D2-D5AB-6CB5-7C07CDF89C0E}"/>
            </a:ext>
          </a:extLst>
        </p:cNvPr>
        <p:cNvGrpSpPr/>
        <p:nvPr/>
      </p:nvGrpSpPr>
      <p:grpSpPr>
        <a:xfrm>
          <a:off x="0" y="0"/>
          <a:ext cx="0" cy="0"/>
          <a:chOff x="0" y="0"/>
          <a:chExt cx="0" cy="0"/>
        </a:xfrm>
      </p:grpSpPr>
      <p:sp>
        <p:nvSpPr>
          <p:cNvPr id="119" name="Google Shape;119;p5">
            <a:extLst>
              <a:ext uri="{FF2B5EF4-FFF2-40B4-BE49-F238E27FC236}">
                <a16:creationId xmlns:a16="http://schemas.microsoft.com/office/drawing/2014/main" id="{E42BB9D5-FAC5-9230-0F1D-0A52849339B9}"/>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120" name="Google Shape;120;p5">
            <a:extLst>
              <a:ext uri="{FF2B5EF4-FFF2-40B4-BE49-F238E27FC236}">
                <a16:creationId xmlns:a16="http://schemas.microsoft.com/office/drawing/2014/main" id="{B2FF5DFB-DDD4-FEF2-13A5-A45A117708C1}"/>
              </a:ext>
            </a:extLst>
          </p:cNvPr>
          <p:cNvSpPr txBox="1">
            <a:spLocks noGrp="1"/>
          </p:cNvSpPr>
          <p:nvPr>
            <p:ph type="title"/>
          </p:nvPr>
        </p:nvSpPr>
        <p:spPr>
          <a:xfrm>
            <a:off x="274320" y="85995"/>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dirty="0">
                <a:solidFill>
                  <a:schemeClr val="lt1"/>
                </a:solidFill>
                <a:latin typeface="Calibri" panose="020F0502020204030204" pitchFamily="34" charset="0"/>
                <a:cs typeface="Calibri" panose="020F0502020204030204" pitchFamily="34" charset="0"/>
              </a:rPr>
              <a:t>1. </a:t>
            </a:r>
            <a:r>
              <a:rPr lang="en-US" sz="2400" dirty="0" err="1">
                <a:solidFill>
                  <a:schemeClr val="lt1"/>
                </a:solidFill>
                <a:latin typeface="Calibri" panose="020F0502020204030204" pitchFamily="34" charset="0"/>
                <a:cs typeface="Calibri" panose="020F0502020204030204" pitchFamily="34" charset="0"/>
              </a:rPr>
              <a:t>Tổng</a:t>
            </a:r>
            <a:r>
              <a:rPr lang="en-US" sz="2400" dirty="0">
                <a:solidFill>
                  <a:schemeClr val="lt1"/>
                </a:solidFill>
                <a:latin typeface="Calibri" panose="020F0502020204030204" pitchFamily="34" charset="0"/>
                <a:cs typeface="Calibri" panose="020F0502020204030204" pitchFamily="34" charset="0"/>
              </a:rPr>
              <a:t> </a:t>
            </a:r>
            <a:r>
              <a:rPr lang="en-US" sz="2400" dirty="0" err="1">
                <a:solidFill>
                  <a:schemeClr val="lt1"/>
                </a:solidFill>
                <a:latin typeface="Calibri" panose="020F0502020204030204" pitchFamily="34" charset="0"/>
                <a:cs typeface="Calibri" panose="020F0502020204030204" pitchFamily="34" charset="0"/>
              </a:rPr>
              <a:t>quan</a:t>
            </a:r>
            <a:endParaRPr sz="2400" dirty="0">
              <a:solidFill>
                <a:schemeClr val="lt1"/>
              </a:solidFill>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236818E5-89C7-3ED7-F119-39A28A72060F}"/>
              </a:ext>
            </a:extLst>
          </p:cNvPr>
          <p:cNvSpPr txBox="1"/>
          <p:nvPr/>
        </p:nvSpPr>
        <p:spPr>
          <a:xfrm>
            <a:off x="571823" y="1695763"/>
            <a:ext cx="7990625" cy="461665"/>
          </a:xfrm>
          <a:prstGeom prst="rect">
            <a:avLst/>
          </a:prstGeom>
          <a:noFill/>
        </p:spPr>
        <p:txBody>
          <a:bodyPr wrap="square">
            <a:spAutoFit/>
          </a:bodyPr>
          <a:lstStyle/>
          <a:p>
            <a:pPr algn="ctr"/>
            <a:r>
              <a:rPr lang="en-US" sz="2400" b="1" dirty="0" err="1">
                <a:latin typeface="Calibri" panose="020F0502020204030204" pitchFamily="34" charset="0"/>
                <a:cs typeface="Calibri" panose="020F0502020204030204" pitchFamily="34" charset="0"/>
              </a:rPr>
              <a:t>Bảng</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thông</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số</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đặc</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trưng</a:t>
            </a:r>
            <a:r>
              <a:rPr lang="en-US" sz="2400" b="1" dirty="0">
                <a:latin typeface="Calibri" panose="020F0502020204030204" pitchFamily="34" charset="0"/>
                <a:cs typeface="Calibri" panose="020F0502020204030204" pitchFamily="34" charset="0"/>
              </a:rPr>
              <a:t> (Electrical Characteristics)</a:t>
            </a:r>
          </a:p>
        </p:txBody>
      </p:sp>
      <p:graphicFrame>
        <p:nvGraphicFramePr>
          <p:cNvPr id="7" name="Table 6">
            <a:extLst>
              <a:ext uri="{FF2B5EF4-FFF2-40B4-BE49-F238E27FC236}">
                <a16:creationId xmlns:a16="http://schemas.microsoft.com/office/drawing/2014/main" id="{AC8B4CF5-3A95-BEA3-6E89-D978DF6E4BAA}"/>
              </a:ext>
            </a:extLst>
          </p:cNvPr>
          <p:cNvGraphicFramePr>
            <a:graphicFrameLocks noGrp="1"/>
          </p:cNvGraphicFramePr>
          <p:nvPr>
            <p:extLst>
              <p:ext uri="{D42A27DB-BD31-4B8C-83A1-F6EECF244321}">
                <p14:modId xmlns:p14="http://schemas.microsoft.com/office/powerpoint/2010/main" val="1847189479"/>
              </p:ext>
            </p:extLst>
          </p:nvPr>
        </p:nvGraphicFramePr>
        <p:xfrm>
          <a:off x="274320" y="2853312"/>
          <a:ext cx="8560342" cy="2377440"/>
        </p:xfrm>
        <a:graphic>
          <a:graphicData uri="http://schemas.openxmlformats.org/drawingml/2006/table">
            <a:tbl>
              <a:tblPr firstRow="1" bandRow="1">
                <a:tableStyleId>{69012ECD-51FC-41F1-AA8D-1B2483CD663E}</a:tableStyleId>
              </a:tblPr>
              <a:tblGrid>
                <a:gridCol w="3613827">
                  <a:extLst>
                    <a:ext uri="{9D8B030D-6E8A-4147-A177-3AD203B41FA5}">
                      <a16:colId xmlns:a16="http://schemas.microsoft.com/office/drawing/2014/main" val="1420834287"/>
                    </a:ext>
                  </a:extLst>
                </a:gridCol>
                <a:gridCol w="1186775">
                  <a:extLst>
                    <a:ext uri="{9D8B030D-6E8A-4147-A177-3AD203B41FA5}">
                      <a16:colId xmlns:a16="http://schemas.microsoft.com/office/drawing/2014/main" val="3108713490"/>
                    </a:ext>
                  </a:extLst>
                </a:gridCol>
                <a:gridCol w="1254868">
                  <a:extLst>
                    <a:ext uri="{9D8B030D-6E8A-4147-A177-3AD203B41FA5}">
                      <a16:colId xmlns:a16="http://schemas.microsoft.com/office/drawing/2014/main" val="2266427171"/>
                    </a:ext>
                  </a:extLst>
                </a:gridCol>
                <a:gridCol w="1167319">
                  <a:extLst>
                    <a:ext uri="{9D8B030D-6E8A-4147-A177-3AD203B41FA5}">
                      <a16:colId xmlns:a16="http://schemas.microsoft.com/office/drawing/2014/main" val="1307549714"/>
                    </a:ext>
                  </a:extLst>
                </a:gridCol>
                <a:gridCol w="1337553">
                  <a:extLst>
                    <a:ext uri="{9D8B030D-6E8A-4147-A177-3AD203B41FA5}">
                      <a16:colId xmlns:a16="http://schemas.microsoft.com/office/drawing/2014/main" val="1292716336"/>
                    </a:ext>
                  </a:extLst>
                </a:gridCol>
              </a:tblGrid>
              <a:tr h="370840">
                <a:tc>
                  <a:txBody>
                    <a:bodyPr/>
                    <a:lstStyle/>
                    <a:p>
                      <a:pPr algn="ctr">
                        <a:buNone/>
                      </a:pPr>
                      <a:r>
                        <a:rPr lang="en-US" sz="2000" dirty="0">
                          <a:latin typeface="Calibri" panose="020F0502020204030204" pitchFamily="34" charset="0"/>
                          <a:cs typeface="Calibri" panose="020F0502020204030204" pitchFamily="34" charset="0"/>
                        </a:rPr>
                        <a:t>Tham </a:t>
                      </a:r>
                      <a:r>
                        <a:rPr lang="en-US" sz="2000" dirty="0" err="1">
                          <a:latin typeface="Calibri" panose="020F0502020204030204" pitchFamily="34" charset="0"/>
                          <a:cs typeface="Calibri" panose="020F0502020204030204" pitchFamily="34" charset="0"/>
                        </a:rPr>
                        <a:t>Số</a:t>
                      </a:r>
                      <a:endParaRPr lang="en-US" sz="200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buNone/>
                      </a:pPr>
                      <a:r>
                        <a:rPr lang="en-US" sz="2000" dirty="0">
                          <a:latin typeface="Calibri" panose="020F0502020204030204" pitchFamily="34" charset="0"/>
                          <a:cs typeface="Calibri" panose="020F0502020204030204" pitchFamily="34" charset="0"/>
                        </a:rPr>
                        <a:t>Min</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buNone/>
                      </a:pPr>
                      <a:r>
                        <a:rPr lang="en-US" sz="2000" dirty="0" err="1">
                          <a:latin typeface="Calibri" panose="020F0502020204030204" pitchFamily="34" charset="0"/>
                          <a:cs typeface="Calibri" panose="020F0502020204030204" pitchFamily="34" charset="0"/>
                        </a:rPr>
                        <a:t>Typ</a:t>
                      </a:r>
                      <a:endParaRPr lang="en-US" sz="200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buNone/>
                      </a:pPr>
                      <a:r>
                        <a:rPr lang="en-US" sz="2000" dirty="0">
                          <a:latin typeface="Calibri" panose="020F0502020204030204" pitchFamily="34" charset="0"/>
                          <a:cs typeface="Calibri" panose="020F0502020204030204" pitchFamily="34" charset="0"/>
                        </a:rPr>
                        <a:t>Max</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buNone/>
                      </a:pPr>
                      <a:r>
                        <a:rPr lang="en-US" sz="2000" dirty="0" err="1">
                          <a:latin typeface="Calibri" panose="020F0502020204030204" pitchFamily="34" charset="0"/>
                          <a:cs typeface="Calibri" panose="020F0502020204030204" pitchFamily="34" charset="0"/>
                        </a:rPr>
                        <a:t>Đơn</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Vị</a:t>
                      </a:r>
                      <a:endParaRPr lang="en-US" sz="200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extLst>
                  <a:ext uri="{0D108BD9-81ED-4DB2-BD59-A6C34878D82A}">
                    <a16:rowId xmlns:a16="http://schemas.microsoft.com/office/drawing/2014/main" val="3256160039"/>
                  </a:ext>
                </a:extLst>
              </a:tr>
              <a:tr h="370840">
                <a:tc>
                  <a:txBody>
                    <a:bodyPr/>
                    <a:lstStyle/>
                    <a:p>
                      <a:pPr>
                        <a:buNone/>
                      </a:pPr>
                      <a:r>
                        <a:rPr lang="en-US" sz="2000" b="1" dirty="0" err="1">
                          <a:latin typeface="Calibri" panose="020F0502020204030204" pitchFamily="34" charset="0"/>
                          <a:cs typeface="Calibri" panose="020F0502020204030204" pitchFamily="34" charset="0"/>
                        </a:rPr>
                        <a:t>Điện</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áp</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phản</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hồi</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Vfb</a:t>
                      </a:r>
                      <a:r>
                        <a:rPr lang="en-US" sz="2000" b="1" dirty="0">
                          <a:latin typeface="Calibri" panose="020F0502020204030204" pitchFamily="34" charset="0"/>
                          <a:cs typeface="Calibri" panose="020F0502020204030204" pitchFamily="34" charset="0"/>
                        </a:rPr>
                        <a: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0.792</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0.8</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0.808</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V</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6359837"/>
                  </a:ext>
                </a:extLst>
              </a:tr>
              <a:tr h="370840">
                <a:tc>
                  <a:txBody>
                    <a:bodyPr/>
                    <a:lstStyle/>
                    <a:p>
                      <a:pPr>
                        <a:buNone/>
                      </a:pPr>
                      <a:r>
                        <a:rPr lang="vi-VN" sz="2000" b="1" dirty="0">
                          <a:latin typeface="Calibri" panose="020F0502020204030204" pitchFamily="34" charset="0"/>
                          <a:cs typeface="Calibri" panose="020F0502020204030204" pitchFamily="34" charset="0"/>
                        </a:rPr>
                        <a:t>Ngưỡng kích </a:t>
                      </a:r>
                      <a:r>
                        <a:rPr lang="en-US" sz="2000" b="1" dirty="0">
                          <a:latin typeface="Calibri" panose="020F0502020204030204" pitchFamily="34" charset="0"/>
                          <a:cs typeface="Calibri" panose="020F0502020204030204" pitchFamily="34" charset="0"/>
                        </a:rPr>
                        <a:t>(</a:t>
                      </a:r>
                      <a:r>
                        <a:rPr lang="vi-VN" sz="2000" b="1" dirty="0">
                          <a:latin typeface="Calibri" panose="020F0502020204030204" pitchFamily="34" charset="0"/>
                          <a:cs typeface="Calibri" panose="020F0502020204030204" pitchFamily="34" charset="0"/>
                        </a:rPr>
                        <a:t>EN</a:t>
                      </a:r>
                      <a:r>
                        <a:rPr lang="en-US" sz="2000" b="1" dirty="0">
                          <a:latin typeface="Calibri" panose="020F0502020204030204" pitchFamily="34" charset="0"/>
                          <a:cs typeface="Calibri" panose="020F0502020204030204" pitchFamily="34" charset="0"/>
                        </a:rPr>
                        <a: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1 </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1.5 </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2</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V</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14300688"/>
                  </a:ext>
                </a:extLst>
              </a:tr>
              <a:tr h="370840">
                <a:tc>
                  <a:txBody>
                    <a:bodyPr/>
                    <a:lstStyle/>
                    <a:p>
                      <a:pPr>
                        <a:buNone/>
                      </a:pPr>
                      <a:r>
                        <a:rPr lang="en-US" sz="2000" b="1" dirty="0" err="1">
                          <a:latin typeface="Calibri" panose="020F0502020204030204" pitchFamily="34" charset="0"/>
                          <a:cs typeface="Calibri" panose="020F0502020204030204" pitchFamily="34" charset="0"/>
                        </a:rPr>
                        <a:t>Tần</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số</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chuyển</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mạch</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fSW</a:t>
                      </a:r>
                      <a:r>
                        <a:rPr lang="en-US" sz="2000" b="1" dirty="0">
                          <a:latin typeface="Calibri" panose="020F0502020204030204" pitchFamily="34" charset="0"/>
                          <a:cs typeface="Calibri" panose="020F0502020204030204" pitchFamily="34" charset="0"/>
                        </a:rPr>
                        <a:t>) </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450 </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500 </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550 </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kHz </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7738914"/>
                  </a:ext>
                </a:extLst>
              </a:tr>
              <a:tr h="370840">
                <a:tc>
                  <a:txBody>
                    <a:bodyPr/>
                    <a:lstStyle/>
                    <a:p>
                      <a:pPr>
                        <a:buNone/>
                      </a:pPr>
                      <a:r>
                        <a:rPr lang="en-US" sz="2000" b="1" dirty="0" err="1">
                          <a:latin typeface="Calibri" panose="020F0502020204030204" pitchFamily="34" charset="0"/>
                          <a:cs typeface="Calibri" panose="020F0502020204030204" pitchFamily="34" charset="0"/>
                        </a:rPr>
                        <a:t>Giới</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hạn</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dòng</a:t>
                      </a:r>
                      <a:endParaRPr lang="en-US" sz="2000" b="1"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4.1 </a:t>
                      </a:r>
                      <a:endParaRPr lang="pt-BR" sz="200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4.5</a:t>
                      </a:r>
                      <a:endParaRPr lang="pt-BR" sz="200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4.9 </a:t>
                      </a:r>
                      <a:endParaRPr lang="pt-BR" sz="200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2000" dirty="0">
                          <a:latin typeface="Calibri" panose="020F0502020204030204" pitchFamily="34" charset="0"/>
                          <a:cs typeface="Calibri" panose="020F0502020204030204" pitchFamily="34" charset="0"/>
                        </a:rPr>
                        <a:t>A</a:t>
                      </a:r>
                      <a:endParaRPr lang="pt-BR" sz="200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2852592"/>
                  </a:ext>
                </a:extLst>
              </a:tr>
              <a:tr h="370840">
                <a:tc>
                  <a:txBody>
                    <a:bodyPr/>
                    <a:lstStyle/>
                    <a:p>
                      <a:pPr>
                        <a:buNone/>
                      </a:pPr>
                      <a:r>
                        <a:rPr lang="en-US" sz="2000" b="1" dirty="0" err="1">
                          <a:latin typeface="Calibri" panose="020F0502020204030204" pitchFamily="34" charset="0"/>
                          <a:cs typeface="Calibri" panose="020F0502020204030204" pitchFamily="34" charset="0"/>
                        </a:rPr>
                        <a:t>Dải</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điện</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áp</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đầu</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vào</a:t>
                      </a:r>
                      <a:r>
                        <a:rPr lang="en-US" sz="2000" b="1" dirty="0">
                          <a:latin typeface="Calibri" panose="020F0502020204030204" pitchFamily="34" charset="0"/>
                          <a:cs typeface="Calibri" panose="020F0502020204030204" pitchFamily="34" charset="0"/>
                        </a:rPr>
                        <a:t> (VIN)</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pt-BR" sz="2000" dirty="0">
                          <a:latin typeface="Calibri" panose="020F0502020204030204" pitchFamily="34" charset="0"/>
                          <a:cs typeface="Calibri" panose="020F0502020204030204" pitchFamily="34" charset="0"/>
                        </a:rPr>
                        <a:t>12</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pt-BR" sz="2000" dirty="0">
                          <a:latin typeface="Calibri" panose="020F0502020204030204" pitchFamily="34" charset="0"/>
                          <a:cs typeface="Calibri" panose="020F0502020204030204" pitchFamily="34" charset="0"/>
                        </a:rPr>
                        <a:t>24</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pt-BR" sz="2000" dirty="0">
                          <a:latin typeface="Calibri" panose="020F0502020204030204" pitchFamily="34" charset="0"/>
                          <a:cs typeface="Calibri" panose="020F0502020204030204" pitchFamily="34" charset="0"/>
                        </a:rPr>
                        <a:t>32</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pt-BR" sz="2000" dirty="0">
                          <a:latin typeface="Calibri" panose="020F0502020204030204" pitchFamily="34" charset="0"/>
                          <a:cs typeface="Calibri" panose="020F0502020204030204" pitchFamily="34" charset="0"/>
                        </a:rPr>
                        <a:t>V</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1172384"/>
                  </a:ext>
                </a:extLst>
              </a:tr>
            </a:tbl>
          </a:graphicData>
        </a:graphic>
      </p:graphicFrame>
      <p:sp>
        <p:nvSpPr>
          <p:cNvPr id="10" name="TextBox 9">
            <a:extLst>
              <a:ext uri="{FF2B5EF4-FFF2-40B4-BE49-F238E27FC236}">
                <a16:creationId xmlns:a16="http://schemas.microsoft.com/office/drawing/2014/main" id="{71B3AD35-B3EE-3540-0CAA-033E6B0E8DDC}"/>
              </a:ext>
            </a:extLst>
          </p:cNvPr>
          <p:cNvSpPr txBox="1"/>
          <p:nvPr/>
        </p:nvSpPr>
        <p:spPr>
          <a:xfrm>
            <a:off x="1669299" y="2248587"/>
            <a:ext cx="6072621" cy="338554"/>
          </a:xfrm>
          <a:prstGeom prst="rect">
            <a:avLst/>
          </a:prstGeom>
          <a:noFill/>
        </p:spPr>
        <p:txBody>
          <a:bodyPr wrap="square">
            <a:spAutoFit/>
          </a:bodyPr>
          <a:lstStyle/>
          <a:p>
            <a:r>
              <a:rPr lang="en-US" sz="1600" b="1" dirty="0">
                <a:latin typeface="Calibri" panose="020F0502020204030204" pitchFamily="34" charset="0"/>
                <a:cs typeface="Calibri" panose="020F0502020204030204" pitchFamily="34" charset="0"/>
              </a:rPr>
              <a:t>(</a:t>
            </a:r>
            <a:r>
              <a:rPr lang="vi-VN" sz="1600" b="1" dirty="0">
                <a:latin typeface="Calibri" panose="020F0502020204030204" pitchFamily="34" charset="0"/>
                <a:cs typeface="Calibri" panose="020F0502020204030204" pitchFamily="34" charset="0"/>
              </a:rPr>
              <a:t>Tại nhiệt độ môi trường (TA) = +25°C, Điện áp vào (VIN) = 12V</a:t>
            </a:r>
            <a:r>
              <a:rPr lang="en-US" sz="1600" b="1"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198383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A25E4E33-243B-6B69-2E61-62290C35F25B}"/>
            </a:ext>
          </a:extLst>
        </p:cNvPr>
        <p:cNvGrpSpPr/>
        <p:nvPr/>
      </p:nvGrpSpPr>
      <p:grpSpPr>
        <a:xfrm>
          <a:off x="0" y="0"/>
          <a:ext cx="0" cy="0"/>
          <a:chOff x="0" y="0"/>
          <a:chExt cx="0" cy="0"/>
        </a:xfrm>
      </p:grpSpPr>
      <p:sp>
        <p:nvSpPr>
          <p:cNvPr id="119" name="Google Shape;119;p5">
            <a:extLst>
              <a:ext uri="{FF2B5EF4-FFF2-40B4-BE49-F238E27FC236}">
                <a16:creationId xmlns:a16="http://schemas.microsoft.com/office/drawing/2014/main" id="{644E545E-593E-FD4D-3D6A-EED5AD0E2AD3}"/>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120" name="Google Shape;120;p5">
            <a:extLst>
              <a:ext uri="{FF2B5EF4-FFF2-40B4-BE49-F238E27FC236}">
                <a16:creationId xmlns:a16="http://schemas.microsoft.com/office/drawing/2014/main" id="{05A4936B-3380-419B-2AAB-A35850A0F4A9}"/>
              </a:ext>
            </a:extLst>
          </p:cNvPr>
          <p:cNvSpPr txBox="1">
            <a:spLocks noGrp="1"/>
          </p:cNvSpPr>
          <p:nvPr>
            <p:ph type="title"/>
          </p:nvPr>
        </p:nvSpPr>
        <p:spPr>
          <a:xfrm>
            <a:off x="274320" y="85995"/>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dirty="0">
                <a:solidFill>
                  <a:schemeClr val="lt1"/>
                </a:solidFill>
                <a:latin typeface="Calibri" panose="020F0502020204030204" pitchFamily="34" charset="0"/>
                <a:cs typeface="Calibri" panose="020F0502020204030204" pitchFamily="34" charset="0"/>
              </a:rPr>
              <a:t>2. </a:t>
            </a:r>
            <a:r>
              <a:rPr lang="en-US" sz="2400" dirty="0" err="1">
                <a:solidFill>
                  <a:schemeClr val="lt1"/>
                </a:solidFill>
                <a:latin typeface="Calibri" panose="020F0502020204030204" pitchFamily="34" charset="0"/>
                <a:cs typeface="Calibri" panose="020F0502020204030204" pitchFamily="34" charset="0"/>
              </a:rPr>
              <a:t>Tính</a:t>
            </a:r>
            <a:r>
              <a:rPr lang="en-US" sz="2400" dirty="0">
                <a:solidFill>
                  <a:schemeClr val="lt1"/>
                </a:solidFill>
                <a:latin typeface="Calibri" panose="020F0502020204030204" pitchFamily="34" charset="0"/>
                <a:cs typeface="Calibri" panose="020F0502020204030204" pitchFamily="34" charset="0"/>
              </a:rPr>
              <a:t> </a:t>
            </a:r>
            <a:r>
              <a:rPr lang="en-US" sz="2400" dirty="0" err="1">
                <a:solidFill>
                  <a:schemeClr val="lt1"/>
                </a:solidFill>
                <a:latin typeface="Calibri" panose="020F0502020204030204" pitchFamily="34" charset="0"/>
                <a:cs typeface="Calibri" panose="020F0502020204030204" pitchFamily="34" charset="0"/>
              </a:rPr>
              <a:t>toán</a:t>
            </a:r>
            <a:r>
              <a:rPr lang="en-US" sz="2400" dirty="0">
                <a:solidFill>
                  <a:schemeClr val="lt1"/>
                </a:solidFill>
                <a:latin typeface="Calibri" panose="020F0502020204030204" pitchFamily="34" charset="0"/>
                <a:cs typeface="Calibri" panose="020F0502020204030204" pitchFamily="34" charset="0"/>
              </a:rPr>
              <a:t> </a:t>
            </a:r>
            <a:r>
              <a:rPr lang="en-US" sz="2400" dirty="0" err="1">
                <a:solidFill>
                  <a:schemeClr val="lt1"/>
                </a:solidFill>
                <a:latin typeface="Calibri" panose="020F0502020204030204" pitchFamily="34" charset="0"/>
                <a:cs typeface="Calibri" panose="020F0502020204030204" pitchFamily="34" charset="0"/>
              </a:rPr>
              <a:t>và</a:t>
            </a:r>
            <a:r>
              <a:rPr lang="en-US" sz="2400" dirty="0">
                <a:solidFill>
                  <a:schemeClr val="lt1"/>
                </a:solidFill>
                <a:latin typeface="Calibri" panose="020F0502020204030204" pitchFamily="34" charset="0"/>
                <a:cs typeface="Calibri" panose="020F0502020204030204" pitchFamily="34" charset="0"/>
              </a:rPr>
              <a:t> </a:t>
            </a:r>
            <a:r>
              <a:rPr lang="en-US" sz="2400" dirty="0" err="1">
                <a:solidFill>
                  <a:schemeClr val="lt1"/>
                </a:solidFill>
                <a:latin typeface="Calibri" panose="020F0502020204030204" pitchFamily="34" charset="0"/>
                <a:cs typeface="Calibri" panose="020F0502020204030204" pitchFamily="34" charset="0"/>
              </a:rPr>
              <a:t>thiết</a:t>
            </a:r>
            <a:r>
              <a:rPr lang="en-US" sz="2400" dirty="0">
                <a:solidFill>
                  <a:schemeClr val="lt1"/>
                </a:solidFill>
                <a:latin typeface="Calibri" panose="020F0502020204030204" pitchFamily="34" charset="0"/>
                <a:cs typeface="Calibri" panose="020F0502020204030204" pitchFamily="34" charset="0"/>
              </a:rPr>
              <a:t> </a:t>
            </a:r>
            <a:r>
              <a:rPr lang="en-US" sz="2400" dirty="0" err="1">
                <a:solidFill>
                  <a:schemeClr val="lt1"/>
                </a:solidFill>
                <a:latin typeface="Calibri" panose="020F0502020204030204" pitchFamily="34" charset="0"/>
                <a:cs typeface="Calibri" panose="020F0502020204030204" pitchFamily="34" charset="0"/>
              </a:rPr>
              <a:t>kế</a:t>
            </a:r>
            <a:endParaRPr sz="2400" dirty="0">
              <a:solidFill>
                <a:schemeClr val="lt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BFC37BE1-11C8-D6D8-A42C-9C5231FE6A37}"/>
              </a:ext>
            </a:extLst>
          </p:cNvPr>
          <p:cNvSpPr txBox="1"/>
          <p:nvPr/>
        </p:nvSpPr>
        <p:spPr>
          <a:xfrm>
            <a:off x="185544" y="1347697"/>
            <a:ext cx="5543469" cy="461665"/>
          </a:xfrm>
          <a:prstGeom prst="rect">
            <a:avLst/>
          </a:prstGeom>
          <a:noFill/>
        </p:spPr>
        <p:txBody>
          <a:bodyPr wrap="square">
            <a:spAutoFit/>
          </a:bodyPr>
          <a:lstStyle/>
          <a:p>
            <a:r>
              <a:rPr lang="en-US" sz="2400" b="1" dirty="0" err="1">
                <a:latin typeface="Calibri" panose="020F0502020204030204" pitchFamily="34" charset="0"/>
                <a:cs typeface="Calibri" panose="020F0502020204030204" pitchFamily="34" charset="0"/>
              </a:rPr>
              <a:t>Lựa</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chọn</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linh</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kiện</a:t>
            </a:r>
            <a:endParaRPr lang="en-US" sz="2400" b="1" dirty="0">
              <a:latin typeface="Calibri" panose="020F0502020204030204" pitchFamily="34" charset="0"/>
              <a:cs typeface="Calibri" panose="020F0502020204030204" pitchFamily="34" charset="0"/>
            </a:endParaRPr>
          </a:p>
        </p:txBody>
      </p:sp>
      <p:graphicFrame>
        <p:nvGraphicFramePr>
          <p:cNvPr id="13" name="Table 12">
            <a:extLst>
              <a:ext uri="{FF2B5EF4-FFF2-40B4-BE49-F238E27FC236}">
                <a16:creationId xmlns:a16="http://schemas.microsoft.com/office/drawing/2014/main" id="{FB5DC3EE-A36F-A1ED-47FD-50A183AF569D}"/>
              </a:ext>
            </a:extLst>
          </p:cNvPr>
          <p:cNvGraphicFramePr>
            <a:graphicFrameLocks noGrp="1"/>
          </p:cNvGraphicFramePr>
          <p:nvPr>
            <p:extLst>
              <p:ext uri="{D42A27DB-BD31-4B8C-83A1-F6EECF244321}">
                <p14:modId xmlns:p14="http://schemas.microsoft.com/office/powerpoint/2010/main" val="3838539232"/>
              </p:ext>
            </p:extLst>
          </p:nvPr>
        </p:nvGraphicFramePr>
        <p:xfrm>
          <a:off x="274321" y="1933663"/>
          <a:ext cx="8576717" cy="1483360"/>
        </p:xfrm>
        <a:graphic>
          <a:graphicData uri="http://schemas.openxmlformats.org/drawingml/2006/table">
            <a:tbl>
              <a:tblPr firstRow="1" bandRow="1">
                <a:tableStyleId>{69012ECD-51FC-41F1-AA8D-1B2483CD663E}</a:tableStyleId>
              </a:tblPr>
              <a:tblGrid>
                <a:gridCol w="941756">
                  <a:extLst>
                    <a:ext uri="{9D8B030D-6E8A-4147-A177-3AD203B41FA5}">
                      <a16:colId xmlns:a16="http://schemas.microsoft.com/office/drawing/2014/main" val="1420834287"/>
                    </a:ext>
                  </a:extLst>
                </a:gridCol>
                <a:gridCol w="1008195">
                  <a:extLst>
                    <a:ext uri="{9D8B030D-6E8A-4147-A177-3AD203B41FA5}">
                      <a16:colId xmlns:a16="http://schemas.microsoft.com/office/drawing/2014/main" val="2266427171"/>
                    </a:ext>
                  </a:extLst>
                </a:gridCol>
                <a:gridCol w="1104461">
                  <a:extLst>
                    <a:ext uri="{9D8B030D-6E8A-4147-A177-3AD203B41FA5}">
                      <a16:colId xmlns:a16="http://schemas.microsoft.com/office/drawing/2014/main" val="1307549714"/>
                    </a:ext>
                  </a:extLst>
                </a:gridCol>
                <a:gridCol w="1104461">
                  <a:extLst>
                    <a:ext uri="{9D8B030D-6E8A-4147-A177-3AD203B41FA5}">
                      <a16:colId xmlns:a16="http://schemas.microsoft.com/office/drawing/2014/main" val="1292716336"/>
                    </a:ext>
                  </a:extLst>
                </a:gridCol>
                <a:gridCol w="1104461">
                  <a:extLst>
                    <a:ext uri="{9D8B030D-6E8A-4147-A177-3AD203B41FA5}">
                      <a16:colId xmlns:a16="http://schemas.microsoft.com/office/drawing/2014/main" val="2803150977"/>
                    </a:ext>
                  </a:extLst>
                </a:gridCol>
                <a:gridCol w="1104461">
                  <a:extLst>
                    <a:ext uri="{9D8B030D-6E8A-4147-A177-3AD203B41FA5}">
                      <a16:colId xmlns:a16="http://schemas.microsoft.com/office/drawing/2014/main" val="2788716476"/>
                    </a:ext>
                  </a:extLst>
                </a:gridCol>
                <a:gridCol w="1104461">
                  <a:extLst>
                    <a:ext uri="{9D8B030D-6E8A-4147-A177-3AD203B41FA5}">
                      <a16:colId xmlns:a16="http://schemas.microsoft.com/office/drawing/2014/main" val="1847265541"/>
                    </a:ext>
                  </a:extLst>
                </a:gridCol>
                <a:gridCol w="1104461">
                  <a:extLst>
                    <a:ext uri="{9D8B030D-6E8A-4147-A177-3AD203B41FA5}">
                      <a16:colId xmlns:a16="http://schemas.microsoft.com/office/drawing/2014/main" val="3953210596"/>
                    </a:ext>
                  </a:extLst>
                </a:gridCol>
              </a:tblGrid>
              <a:tr h="370840">
                <a:tc>
                  <a:txBody>
                    <a:bodyPr/>
                    <a:lstStyle/>
                    <a:p>
                      <a:pPr algn="ctr">
                        <a:buNone/>
                      </a:pPr>
                      <a:r>
                        <a:rPr lang="en-US" sz="1600" dirty="0" err="1">
                          <a:latin typeface="Calibri" panose="020F0502020204030204" pitchFamily="34" charset="0"/>
                          <a:cs typeface="Calibri" panose="020F0502020204030204" pitchFamily="34" charset="0"/>
                        </a:rPr>
                        <a:t>Vout</a:t>
                      </a:r>
                      <a:r>
                        <a:rPr lang="en-US" sz="1600" dirty="0"/>
                        <a:t>(V) </a:t>
                      </a:r>
                      <a:r>
                        <a:rPr lang="en-US" sz="1600" dirty="0">
                          <a:latin typeface="Calibri" panose="020F0502020204030204" pitchFamily="34" charset="0"/>
                          <a:cs typeface="Calibri" panose="020F0502020204030204" pitchFamily="34" charset="0"/>
                        </a:rPr>
                        <a:t> </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buNone/>
                      </a:pPr>
                      <a:r>
                        <a:rPr lang="en-US" sz="1600" dirty="0">
                          <a:latin typeface="Calibri" panose="020F0502020204030204" pitchFamily="34" charset="0"/>
                          <a:cs typeface="Calibri" panose="020F0502020204030204" pitchFamily="34" charset="0"/>
                        </a:rPr>
                        <a:t>R1</a:t>
                      </a:r>
                      <a:r>
                        <a:rPr lang="en-US" sz="1600" dirty="0"/>
                        <a:t>(k</a:t>
                      </a:r>
                      <a:r>
                        <a:rPr lang="el-GR" sz="1600" dirty="0"/>
                        <a:t>Ω) </a:t>
                      </a:r>
                      <a:endParaRPr lang="en-US" sz="160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buNone/>
                      </a:pPr>
                      <a:r>
                        <a:rPr lang="en-US" sz="1600" dirty="0">
                          <a:latin typeface="Calibri" panose="020F0502020204030204" pitchFamily="34" charset="0"/>
                          <a:cs typeface="Calibri" panose="020F0502020204030204" pitchFamily="34" charset="0"/>
                        </a:rPr>
                        <a:t>R2</a:t>
                      </a:r>
                      <a:r>
                        <a:rPr lang="en-US" sz="1600" dirty="0"/>
                        <a:t>(k</a:t>
                      </a:r>
                      <a:r>
                        <a:rPr lang="el-GR" sz="1600" dirty="0"/>
                        <a:t>Ω) </a:t>
                      </a:r>
                      <a:endParaRPr lang="en-US" sz="160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buNone/>
                      </a:pPr>
                      <a:r>
                        <a:rPr lang="en-US" sz="1600" dirty="0">
                          <a:latin typeface="Calibri" panose="020F0502020204030204" pitchFamily="34" charset="0"/>
                          <a:cs typeface="Calibri" panose="020F0502020204030204" pitchFamily="34" charset="0"/>
                        </a:rPr>
                        <a:t>L</a:t>
                      </a:r>
                      <a:r>
                        <a:rPr lang="en-US" sz="1600" dirty="0"/>
                        <a:t>(µH) </a:t>
                      </a:r>
                      <a:endParaRPr lang="en-US" sz="160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buNone/>
                      </a:pPr>
                      <a:r>
                        <a:rPr lang="en-US" sz="1600" dirty="0">
                          <a:latin typeface="Calibri" panose="020F0502020204030204" pitchFamily="34" charset="0"/>
                          <a:cs typeface="Calibri" panose="020F0502020204030204" pitchFamily="34" charset="0"/>
                        </a:rPr>
                        <a:t>C1</a:t>
                      </a:r>
                      <a:r>
                        <a:rPr lang="en-US" sz="1600" dirty="0"/>
                        <a:t>(µF) </a:t>
                      </a:r>
                      <a:endParaRPr lang="en-US" sz="160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buNone/>
                      </a:pPr>
                      <a:r>
                        <a:rPr lang="en-US" sz="1600" dirty="0">
                          <a:latin typeface="Calibri" panose="020F0502020204030204" pitchFamily="34" charset="0"/>
                          <a:cs typeface="Calibri" panose="020F0502020204030204" pitchFamily="34" charset="0"/>
                        </a:rPr>
                        <a:t>C2</a:t>
                      </a:r>
                      <a:r>
                        <a:rPr lang="en-US" sz="1600" dirty="0"/>
                        <a:t>(µF) </a:t>
                      </a:r>
                      <a:endParaRPr lang="en-US" sz="160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buNone/>
                      </a:pPr>
                      <a:r>
                        <a:rPr lang="en-US" sz="1600" dirty="0">
                          <a:latin typeface="Calibri" panose="020F0502020204030204" pitchFamily="34" charset="0"/>
                          <a:cs typeface="Calibri" panose="020F0502020204030204" pitchFamily="34" charset="0"/>
                        </a:rPr>
                        <a:t>C3</a:t>
                      </a:r>
                      <a:r>
                        <a:rPr lang="en-US" sz="1600" dirty="0"/>
                        <a:t>(</a:t>
                      </a:r>
                      <a:r>
                        <a:rPr lang="en-US" sz="1600" dirty="0" err="1"/>
                        <a:t>nF</a:t>
                      </a:r>
                      <a:r>
                        <a:rPr lang="en-US" sz="1600" dirty="0"/>
                        <a:t>)</a:t>
                      </a:r>
                      <a:endParaRPr lang="en-US" sz="160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tc>
                  <a:txBody>
                    <a:bodyPr/>
                    <a:lstStyle/>
                    <a:p>
                      <a:pPr algn="ctr">
                        <a:buNone/>
                      </a:pPr>
                      <a:r>
                        <a:rPr lang="en-US" sz="1600" dirty="0">
                          <a:latin typeface="Calibri" panose="020F0502020204030204" pitchFamily="34" charset="0"/>
                          <a:cs typeface="Calibri" panose="020F0502020204030204" pitchFamily="34" charset="0"/>
                        </a:rPr>
                        <a:t>C4</a:t>
                      </a:r>
                      <a:r>
                        <a:rPr lang="en-US" sz="1600" dirty="0"/>
                        <a:t>(pF) </a:t>
                      </a:r>
                      <a:endParaRPr lang="en-US" sz="1600" dirty="0">
                        <a:latin typeface="Calibri" panose="020F0502020204030204" pitchFamily="34" charset="0"/>
                        <a:cs typeface="Calibri" panose="020F050202020403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9166F"/>
                    </a:solidFill>
                  </a:tcPr>
                </a:tc>
                <a:extLst>
                  <a:ext uri="{0D108BD9-81ED-4DB2-BD59-A6C34878D82A}">
                    <a16:rowId xmlns:a16="http://schemas.microsoft.com/office/drawing/2014/main" val="3256160039"/>
                  </a:ext>
                </a:extLst>
              </a:tr>
              <a:tr h="370840">
                <a:tc>
                  <a:txBody>
                    <a:bodyPr/>
                    <a:lstStyle/>
                    <a:p>
                      <a:pPr>
                        <a:buNone/>
                      </a:pPr>
                      <a:r>
                        <a:rPr lang="en-US" sz="1800" b="1" dirty="0">
                          <a:latin typeface="Calibri" panose="020F0502020204030204" pitchFamily="34" charset="0"/>
                          <a:cs typeface="Calibri" panose="020F0502020204030204" pitchFamily="34" charset="0"/>
                        </a:rPr>
                        <a:t>3.3</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93.1</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30.1</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4.7</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Calibri" panose="020F0502020204030204" pitchFamily="34" charset="0"/>
                          <a:cs typeface="Calibri" panose="020F0502020204030204" pitchFamily="34" charset="0"/>
                        </a:rPr>
                        <a:t>10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2 x 22</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100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56</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6359837"/>
                  </a:ext>
                </a:extLst>
              </a:tr>
              <a:tr h="370840">
                <a:tc>
                  <a:txBody>
                    <a:bodyPr/>
                    <a:lstStyle/>
                    <a:p>
                      <a:pPr>
                        <a:buNone/>
                      </a:pPr>
                      <a:r>
                        <a:rPr lang="en-US" sz="1800" b="1" dirty="0">
                          <a:latin typeface="Calibri" panose="020F0502020204030204" pitchFamily="34" charset="0"/>
                          <a:cs typeface="Calibri" panose="020F0502020204030204" pitchFamily="34" charset="0"/>
                        </a:rPr>
                        <a:t>5.0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158</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30.1</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6.8</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10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2 x 22</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100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47</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14300688"/>
                  </a:ext>
                </a:extLst>
              </a:tr>
              <a:tr h="370840">
                <a:tc>
                  <a:txBody>
                    <a:bodyPr/>
                    <a:lstStyle/>
                    <a:p>
                      <a:pPr>
                        <a:buNone/>
                      </a:pPr>
                      <a:r>
                        <a:rPr lang="en-US" sz="1800" b="1" dirty="0">
                          <a:latin typeface="Calibri" panose="020F0502020204030204" pitchFamily="34" charset="0"/>
                          <a:cs typeface="Calibri" panose="020F0502020204030204" pitchFamily="34" charset="0"/>
                        </a:rPr>
                        <a:t>12.0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422.0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30.1</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10.0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10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2 x 22</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100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800" dirty="0">
                          <a:latin typeface="Calibri" panose="020F0502020204030204" pitchFamily="34" charset="0"/>
                          <a:cs typeface="Calibri" panose="020F0502020204030204" pitchFamily="34" charset="0"/>
                        </a:rPr>
                        <a:t>12</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7738914"/>
                  </a:ext>
                </a:extLst>
              </a:tr>
            </a:tbl>
          </a:graphicData>
        </a:graphic>
      </p:graphicFrame>
      <p:pic>
        <p:nvPicPr>
          <p:cNvPr id="2" name="Picture 1">
            <a:extLst>
              <a:ext uri="{FF2B5EF4-FFF2-40B4-BE49-F238E27FC236}">
                <a16:creationId xmlns:a16="http://schemas.microsoft.com/office/drawing/2014/main" id="{7BF1B907-E57A-AB0B-6F3F-ED78A16D8DDB}"/>
              </a:ext>
            </a:extLst>
          </p:cNvPr>
          <p:cNvPicPr>
            <a:picLocks noChangeAspect="1"/>
          </p:cNvPicPr>
          <p:nvPr/>
        </p:nvPicPr>
        <p:blipFill>
          <a:blip r:embed="rId3"/>
          <a:stretch>
            <a:fillRect/>
          </a:stretch>
        </p:blipFill>
        <p:spPr>
          <a:xfrm>
            <a:off x="1445551" y="3541324"/>
            <a:ext cx="5988044" cy="3180151"/>
          </a:xfrm>
          <a:prstGeom prst="rect">
            <a:avLst/>
          </a:prstGeom>
        </p:spPr>
      </p:pic>
    </p:spTree>
    <p:extLst>
      <p:ext uri="{BB962C8B-B14F-4D97-AF65-F5344CB8AC3E}">
        <p14:creationId xmlns:p14="http://schemas.microsoft.com/office/powerpoint/2010/main" val="3205390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63CC7D72-B3E5-F648-9EFA-6162A36EBDA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2C60116-F116-7D4C-EE7A-EE41CF2F6567}"/>
              </a:ext>
            </a:extLst>
          </p:cNvPr>
          <p:cNvPicPr>
            <a:picLocks noChangeAspect="1"/>
          </p:cNvPicPr>
          <p:nvPr/>
        </p:nvPicPr>
        <p:blipFill>
          <a:blip r:embed="rId3"/>
          <a:stretch>
            <a:fillRect/>
          </a:stretch>
        </p:blipFill>
        <p:spPr>
          <a:xfrm>
            <a:off x="3636210" y="1370993"/>
            <a:ext cx="5507790" cy="2925096"/>
          </a:xfrm>
          <a:prstGeom prst="rect">
            <a:avLst/>
          </a:prstGeom>
        </p:spPr>
      </p:pic>
      <p:sp>
        <p:nvSpPr>
          <p:cNvPr id="119" name="Google Shape;119;p5">
            <a:extLst>
              <a:ext uri="{FF2B5EF4-FFF2-40B4-BE49-F238E27FC236}">
                <a16:creationId xmlns:a16="http://schemas.microsoft.com/office/drawing/2014/main" id="{B0641A40-3883-8DA4-F6D7-0B4C012A6A07}"/>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dirty="0"/>
          </a:p>
        </p:txBody>
      </p:sp>
      <p:sp>
        <p:nvSpPr>
          <p:cNvPr id="120" name="Google Shape;120;p5">
            <a:extLst>
              <a:ext uri="{FF2B5EF4-FFF2-40B4-BE49-F238E27FC236}">
                <a16:creationId xmlns:a16="http://schemas.microsoft.com/office/drawing/2014/main" id="{B0D1662D-D4AB-19FA-D674-80D5ED0280D7}"/>
              </a:ext>
            </a:extLst>
          </p:cNvPr>
          <p:cNvSpPr txBox="1">
            <a:spLocks noGrp="1"/>
          </p:cNvSpPr>
          <p:nvPr>
            <p:ph type="title"/>
          </p:nvPr>
        </p:nvSpPr>
        <p:spPr>
          <a:xfrm>
            <a:off x="274320" y="85995"/>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dirty="0">
                <a:solidFill>
                  <a:schemeClr val="lt1"/>
                </a:solidFill>
                <a:latin typeface="Calibri" panose="020F0502020204030204" pitchFamily="34" charset="0"/>
                <a:cs typeface="Calibri" panose="020F0502020204030204" pitchFamily="34" charset="0"/>
              </a:rPr>
              <a:t>2. </a:t>
            </a:r>
            <a:r>
              <a:rPr lang="en-US" sz="2400" dirty="0" err="1">
                <a:solidFill>
                  <a:schemeClr val="lt1"/>
                </a:solidFill>
                <a:latin typeface="Calibri" panose="020F0502020204030204" pitchFamily="34" charset="0"/>
                <a:cs typeface="Calibri" panose="020F0502020204030204" pitchFamily="34" charset="0"/>
              </a:rPr>
              <a:t>Tính</a:t>
            </a:r>
            <a:r>
              <a:rPr lang="en-US" sz="2400" dirty="0">
                <a:solidFill>
                  <a:schemeClr val="lt1"/>
                </a:solidFill>
                <a:latin typeface="Calibri" panose="020F0502020204030204" pitchFamily="34" charset="0"/>
                <a:cs typeface="Calibri" panose="020F0502020204030204" pitchFamily="34" charset="0"/>
              </a:rPr>
              <a:t> </a:t>
            </a:r>
            <a:r>
              <a:rPr lang="en-US" sz="2400" dirty="0" err="1">
                <a:solidFill>
                  <a:schemeClr val="lt1"/>
                </a:solidFill>
                <a:latin typeface="Calibri" panose="020F0502020204030204" pitchFamily="34" charset="0"/>
                <a:cs typeface="Calibri" panose="020F0502020204030204" pitchFamily="34" charset="0"/>
              </a:rPr>
              <a:t>toán</a:t>
            </a:r>
            <a:r>
              <a:rPr lang="en-US" sz="2400" dirty="0">
                <a:solidFill>
                  <a:schemeClr val="lt1"/>
                </a:solidFill>
                <a:latin typeface="Calibri" panose="020F0502020204030204" pitchFamily="34" charset="0"/>
                <a:cs typeface="Calibri" panose="020F0502020204030204" pitchFamily="34" charset="0"/>
              </a:rPr>
              <a:t> </a:t>
            </a:r>
            <a:r>
              <a:rPr lang="en-US" sz="2400" dirty="0" err="1">
                <a:solidFill>
                  <a:schemeClr val="lt1"/>
                </a:solidFill>
                <a:latin typeface="Calibri" panose="020F0502020204030204" pitchFamily="34" charset="0"/>
                <a:cs typeface="Calibri" panose="020F0502020204030204" pitchFamily="34" charset="0"/>
              </a:rPr>
              <a:t>và</a:t>
            </a:r>
            <a:r>
              <a:rPr lang="en-US" sz="2400" dirty="0">
                <a:solidFill>
                  <a:schemeClr val="lt1"/>
                </a:solidFill>
                <a:latin typeface="Calibri" panose="020F0502020204030204" pitchFamily="34" charset="0"/>
                <a:cs typeface="Calibri" panose="020F0502020204030204" pitchFamily="34" charset="0"/>
              </a:rPr>
              <a:t> </a:t>
            </a:r>
            <a:r>
              <a:rPr lang="en-US" sz="2400" dirty="0" err="1">
                <a:solidFill>
                  <a:schemeClr val="lt1"/>
                </a:solidFill>
                <a:latin typeface="Calibri" panose="020F0502020204030204" pitchFamily="34" charset="0"/>
                <a:cs typeface="Calibri" panose="020F0502020204030204" pitchFamily="34" charset="0"/>
              </a:rPr>
              <a:t>thiết</a:t>
            </a:r>
            <a:r>
              <a:rPr lang="en-US" sz="2400" dirty="0">
                <a:solidFill>
                  <a:schemeClr val="lt1"/>
                </a:solidFill>
                <a:latin typeface="Calibri" panose="020F0502020204030204" pitchFamily="34" charset="0"/>
                <a:cs typeface="Calibri" panose="020F0502020204030204" pitchFamily="34" charset="0"/>
              </a:rPr>
              <a:t> </a:t>
            </a:r>
            <a:r>
              <a:rPr lang="en-US" sz="2400" dirty="0" err="1">
                <a:solidFill>
                  <a:schemeClr val="lt1"/>
                </a:solidFill>
                <a:latin typeface="Calibri" panose="020F0502020204030204" pitchFamily="34" charset="0"/>
                <a:cs typeface="Calibri" panose="020F0502020204030204" pitchFamily="34" charset="0"/>
              </a:rPr>
              <a:t>kế</a:t>
            </a:r>
            <a:endParaRPr sz="2400" dirty="0">
              <a:solidFill>
                <a:schemeClr val="lt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A67ADCB-4E74-FE17-53D6-4930C43460CB}"/>
              </a:ext>
            </a:extLst>
          </p:cNvPr>
          <p:cNvSpPr txBox="1"/>
          <p:nvPr/>
        </p:nvSpPr>
        <p:spPr>
          <a:xfrm>
            <a:off x="185544" y="1347697"/>
            <a:ext cx="5543469" cy="461665"/>
          </a:xfrm>
          <a:prstGeom prst="rect">
            <a:avLst/>
          </a:prstGeom>
          <a:noFill/>
        </p:spPr>
        <p:txBody>
          <a:bodyPr wrap="square">
            <a:spAutoFit/>
          </a:bodyPr>
          <a:lstStyle/>
          <a:p>
            <a:r>
              <a:rPr lang="en-US" sz="2400" b="1" dirty="0" err="1">
                <a:latin typeface="Calibri" panose="020F0502020204030204" pitchFamily="34" charset="0"/>
                <a:cs typeface="Calibri" panose="020F0502020204030204" pitchFamily="34" charset="0"/>
              </a:rPr>
              <a:t>Lựa</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chọn</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linh</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kiện</a:t>
            </a:r>
            <a:endParaRPr lang="en-US" sz="2400" b="1"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342CB92-9C95-9DBB-14CA-C091E1CD7512}"/>
                  </a:ext>
                </a:extLst>
              </p:cNvPr>
              <p:cNvSpPr txBox="1"/>
              <p:nvPr/>
            </p:nvSpPr>
            <p:spPr>
              <a:xfrm>
                <a:off x="185544" y="1830871"/>
                <a:ext cx="3350136" cy="841321"/>
              </a:xfrm>
              <a:prstGeom prst="rect">
                <a:avLst/>
              </a:prstGeom>
              <a:noFill/>
            </p:spPr>
            <p:txBody>
              <a:bodyPr wrap="square">
                <a:spAutoFit/>
              </a:bodyPr>
              <a:lstStyle/>
              <a:p>
                <a:r>
                  <a:rPr lang="en-US" sz="2400" b="1" dirty="0" err="1">
                    <a:latin typeface="Calibri" panose="020F0502020204030204" pitchFamily="34" charset="0"/>
                    <a:cs typeface="Calibri" panose="020F0502020204030204" pitchFamily="34" charset="0"/>
                  </a:rPr>
                  <a:t>Thiết</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Lập</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điện</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áp</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đầu</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ra</a:t>
                </a:r>
                <a:r>
                  <a:rPr lang="en-US" sz="2400" b="1" dirty="0">
                    <a:latin typeface="Calibri" panose="020F0502020204030204" pitchFamily="34" charset="0"/>
                    <a:cs typeface="Calibri" panose="020F0502020204030204" pitchFamily="34" charset="0"/>
                  </a:rPr>
                  <a:t>:</a:t>
                </a:r>
              </a:p>
              <a:p>
                <a14:m>
                  <m:oMath xmlns:m="http://schemas.openxmlformats.org/officeDocument/2006/math">
                    <m:sSub>
                      <m:sSubPr>
                        <m:ctrlPr>
                          <a:rPr lang="en-US" sz="2400" b="0" i="0">
                            <a:latin typeface="Calibri" panose="020F0502020204030204" pitchFamily="34" charset="0"/>
                            <a:cs typeface="Calibri" panose="020F0502020204030204" pitchFamily="34" charset="0"/>
                          </a:rPr>
                        </m:ctrlPr>
                      </m:sSubPr>
                      <m:e>
                        <m:r>
                          <m:rPr>
                            <m:nor/>
                          </m:rPr>
                          <a:rPr lang="en-US" sz="2400" b="0" i="0">
                            <a:latin typeface="Calibri" panose="020F0502020204030204" pitchFamily="34" charset="0"/>
                            <a:cs typeface="Calibri" panose="020F0502020204030204" pitchFamily="34" charset="0"/>
                          </a:rPr>
                          <m:t>V</m:t>
                        </m:r>
                      </m:e>
                      <m:sub>
                        <m:r>
                          <m:rPr>
                            <m:nor/>
                          </m:rPr>
                          <a:rPr lang="en-US" sz="2400" b="0" i="0">
                            <a:latin typeface="Calibri" panose="020F0502020204030204" pitchFamily="34" charset="0"/>
                            <a:cs typeface="Calibri" panose="020F0502020204030204" pitchFamily="34" charset="0"/>
                          </a:rPr>
                          <m:t>OUT</m:t>
                        </m:r>
                      </m:sub>
                    </m:sSub>
                    <m:r>
                      <a:rPr lang="en-US" sz="2400" b="1" i="1">
                        <a:latin typeface="Cambria Math" panose="02040503050406030204" pitchFamily="18" charset="0"/>
                        <a:cs typeface="Calibri" panose="020F0502020204030204" pitchFamily="34" charset="0"/>
                      </a:rPr>
                      <m:t> </m:t>
                    </m:r>
                  </m:oMath>
                </a14:m>
                <a:r>
                  <a:rPr lang="vi-VN" sz="2400" dirty="0">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5</a:t>
                </a:r>
                <a:r>
                  <a:rPr lang="vi-VN" sz="2400" dirty="0">
                    <a:latin typeface="Calibri" panose="020F0502020204030204" pitchFamily="34" charset="0"/>
                    <a:cs typeface="Calibri" panose="020F0502020204030204" pitchFamily="34" charset="0"/>
                  </a:rPr>
                  <a:t>V</a:t>
                </a:r>
                <a:r>
                  <a:rPr lang="en-US" sz="2400" b="1" dirty="0">
                    <a:latin typeface="Calibri" panose="020F0502020204030204" pitchFamily="34" charset="0"/>
                    <a:cs typeface="Calibri" panose="020F0502020204030204" pitchFamily="34" charset="0"/>
                  </a:rPr>
                  <a:t> </a:t>
                </a:r>
              </a:p>
            </p:txBody>
          </p:sp>
        </mc:Choice>
        <mc:Fallback xmlns="">
          <p:sp>
            <p:nvSpPr>
              <p:cNvPr id="15" name="TextBox 14">
                <a:extLst>
                  <a:ext uri="{FF2B5EF4-FFF2-40B4-BE49-F238E27FC236}">
                    <a16:creationId xmlns:a16="http://schemas.microsoft.com/office/drawing/2014/main" id="{9342CB92-9C95-9DBB-14CA-C091E1CD7512}"/>
                  </a:ext>
                </a:extLst>
              </p:cNvPr>
              <p:cNvSpPr txBox="1">
                <a:spLocks noRot="1" noChangeAspect="1" noMove="1" noResize="1" noEditPoints="1" noAdjustHandles="1" noChangeArrowheads="1" noChangeShapeType="1" noTextEdit="1"/>
              </p:cNvSpPr>
              <p:nvPr/>
            </p:nvSpPr>
            <p:spPr>
              <a:xfrm>
                <a:off x="185544" y="1830871"/>
                <a:ext cx="3350136" cy="841321"/>
              </a:xfrm>
              <a:prstGeom prst="rect">
                <a:avLst/>
              </a:prstGeom>
              <a:blipFill>
                <a:blip r:embed="rId4"/>
                <a:stretch>
                  <a:fillRect l="-2727" t="-5797" r="-2182" b="-15217"/>
                </a:stretch>
              </a:blipFill>
            </p:spPr>
            <p:txBody>
              <a:bodyPr/>
              <a:lstStyle/>
              <a:p>
                <a:r>
                  <a:rPr lang="en-US">
                    <a:noFill/>
                  </a:rPr>
                  <a:t> </a:t>
                </a:r>
              </a:p>
            </p:txBody>
          </p:sp>
        </mc:Fallback>
      </mc:AlternateContent>
      <p:sp>
        <p:nvSpPr>
          <p:cNvPr id="4" name="Rectangle 1">
            <a:extLst>
              <a:ext uri="{FF2B5EF4-FFF2-40B4-BE49-F238E27FC236}">
                <a16:creationId xmlns:a16="http://schemas.microsoft.com/office/drawing/2014/main" id="{66E7C37B-631C-CC63-09AA-AB62E34CA5E9}"/>
              </a:ext>
            </a:extLst>
          </p:cNvPr>
          <p:cNvSpPr>
            <a:spLocks noChangeArrowheads="1"/>
          </p:cNvSpPr>
          <p:nvPr/>
        </p:nvSpPr>
        <p:spPr bwMode="auto">
          <a:xfrm>
            <a:off x="185544" y="4322355"/>
            <a:ext cx="857671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Với</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VOUT = 5V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và</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Vfb</a:t>
            </a:r>
            <a:r>
              <a:rPr lang="en-US" altLang="en-US" sz="2400" b="1" dirty="0">
                <a:solidFill>
                  <a:schemeClr val="tx1"/>
                </a:solidFill>
                <a:latin typeface="Calibri" panose="020F0502020204030204" pitchFamily="34" charset="0"/>
                <a:cs typeface="Calibri" panose="020F0502020204030204" pitchFamily="34" charset="0"/>
              </a:rPr>
              <a:t> = 0.8V</a:t>
            </a:r>
          </a:p>
          <a:p>
            <a:pPr marL="342900" indent="-342900" eaLnBrk="0" fontAlgn="base" hangingPunct="0">
              <a:spcBef>
                <a:spcPct val="0"/>
              </a:spcBef>
              <a:spcAft>
                <a:spcPct val="0"/>
              </a:spcAft>
              <a:buClrTx/>
              <a:buFont typeface="Arial" panose="020B0604020202020204" pitchFamily="34" charset="0"/>
              <a:buChar char="•"/>
            </a:pPr>
            <a:r>
              <a:rPr lang="en-US" altLang="en-US" sz="2400" dirty="0" err="1">
                <a:solidFill>
                  <a:schemeClr val="tx1"/>
                </a:solidFill>
                <a:latin typeface="Calibri" panose="020F0502020204030204" pitchFamily="34" charset="0"/>
                <a:cs typeface="Calibri" panose="020F0502020204030204" pitchFamily="34" charset="0"/>
              </a:rPr>
              <a:t>Chọn</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b="1" dirty="0">
                <a:solidFill>
                  <a:schemeClr val="tx1"/>
                </a:solidFill>
                <a:latin typeface="Calibri" panose="020F0502020204030204" pitchFamily="34" charset="0"/>
                <a:cs typeface="Calibri" panose="020F0502020204030204" pitchFamily="34" charset="0"/>
              </a:rPr>
              <a:t>R2 = 30.1</a:t>
            </a:r>
            <a:r>
              <a:rPr lang="en-US" sz="2400" b="1" dirty="0"/>
              <a:t> k</a:t>
            </a:r>
            <a:r>
              <a:rPr lang="el-GR" sz="2400" b="1" dirty="0"/>
              <a:t>Ω</a:t>
            </a:r>
            <a:r>
              <a:rPr lang="en-US" sz="2400" b="1" dirty="0"/>
              <a:t> </a:t>
            </a:r>
            <a:r>
              <a:rPr lang="el-GR" sz="2400" b="1" dirty="0"/>
              <a:t> </a:t>
            </a:r>
            <a:endParaRPr lang="en-US" altLang="en-US" sz="2400" b="1" dirty="0">
              <a:solidFill>
                <a:schemeClr val="tx1"/>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E31FB9A-6954-A768-D550-4FBC4C3EE790}"/>
                  </a:ext>
                </a:extLst>
              </p:cNvPr>
              <p:cNvSpPr txBox="1"/>
              <p:nvPr/>
            </p:nvSpPr>
            <p:spPr>
              <a:xfrm>
                <a:off x="607841" y="3139154"/>
                <a:ext cx="2927839" cy="680636"/>
              </a:xfrm>
              <a:prstGeom prst="rect">
                <a:avLst/>
              </a:prstGeom>
              <a:noFill/>
            </p:spPr>
            <p:txBody>
              <a:bodyPr wrap="square" lIns="0" tIns="0" rIns="0" bIns="0" rtlCol="0">
                <a:spAutoFit/>
              </a:bodyPr>
              <a:lstStyle/>
              <a:p>
                <a:pPr/>
                <a14:m>
                  <m:oMathPara xmlns:m="http://schemas.openxmlformats.org/officeDocument/2006/math">
                    <m:oMath>
                      <m:sSub>
                        <m:sSubPr>
                          <m:ctrlPr>
                            <a:rPr lang="en-US" sz="2400" b="0" i="0">
                              <a:latin typeface="Calibri" panose="020F0502020204030204" pitchFamily="34" charset="0"/>
                              <a:cs typeface="Calibri" panose="020F0502020204030204" pitchFamily="34" charset="0"/>
                            </a:rPr>
                          </m:ctrlPr>
                        </m:sSubPr>
                        <m:e>
                          <m:r>
                            <m:rPr>
                              <m:nor/>
                            </m:rPr>
                            <a:rPr lang="en-US" sz="2400" b="0" i="0">
                              <a:latin typeface="Calibri" panose="020F0502020204030204" pitchFamily="34" charset="0"/>
                              <a:cs typeface="Calibri" panose="020F0502020204030204" pitchFamily="34" charset="0"/>
                            </a:rPr>
                            <m:t>V</m:t>
                          </m:r>
                        </m:e>
                        <m:sub>
                          <m:r>
                            <m:rPr>
                              <m:nor/>
                            </m:rPr>
                            <a:rPr lang="en-US" sz="2400" b="0" i="0">
                              <a:latin typeface="Calibri" panose="020F0502020204030204" pitchFamily="34" charset="0"/>
                              <a:cs typeface="Calibri" panose="020F0502020204030204" pitchFamily="34" charset="0"/>
                            </a:rPr>
                            <m:t>OUT</m:t>
                          </m:r>
                        </m:sub>
                      </m:sSub>
                      <m:r>
                        <m:rPr>
                          <m:nor/>
                        </m:rPr>
                        <a:rPr lang="en-US" sz="2400" b="0" i="0">
                          <a:latin typeface="Calibri" panose="020F0502020204030204" pitchFamily="34" charset="0"/>
                          <a:cs typeface="Calibri" panose="020F0502020204030204" pitchFamily="34" charset="0"/>
                        </a:rPr>
                        <m:t>=</m:t>
                      </m:r>
                      <m:sSub>
                        <m:sSubPr>
                          <m:ctrlPr>
                            <a:rPr lang="en-US" sz="2400" b="0" i="0" smtClean="0">
                              <a:latin typeface="Calibri" panose="020F0502020204030204" pitchFamily="34" charset="0"/>
                              <a:cs typeface="Calibri" panose="020F0502020204030204" pitchFamily="34" charset="0"/>
                            </a:rPr>
                          </m:ctrlPr>
                        </m:sSubPr>
                        <m:e>
                          <m:r>
                            <m:rPr>
                              <m:nor/>
                            </m:rPr>
                            <a:rPr lang="en-US" sz="2400" b="0" i="0" smtClean="0">
                              <a:latin typeface="Calibri" panose="020F0502020204030204" pitchFamily="34" charset="0"/>
                              <a:cs typeface="Calibri" panose="020F0502020204030204" pitchFamily="34" charset="0"/>
                            </a:rPr>
                            <m:t> </m:t>
                          </m:r>
                          <m:r>
                            <m:rPr>
                              <m:nor/>
                            </m:rPr>
                            <a:rPr lang="en-US" sz="2400" b="0" i="0">
                              <a:latin typeface="Calibri" panose="020F0502020204030204" pitchFamily="34" charset="0"/>
                              <a:cs typeface="Calibri" panose="020F0502020204030204" pitchFamily="34" charset="0"/>
                            </a:rPr>
                            <m:t>V</m:t>
                          </m:r>
                        </m:e>
                        <m:sub>
                          <m:r>
                            <m:rPr>
                              <m:nor/>
                            </m:rPr>
                            <a:rPr lang="en-US" sz="2400" b="0" i="0" smtClean="0">
                              <a:latin typeface="Calibri" panose="020F0502020204030204" pitchFamily="34" charset="0"/>
                              <a:cs typeface="Calibri" panose="020F0502020204030204" pitchFamily="34" charset="0"/>
                            </a:rPr>
                            <m:t>FB </m:t>
                          </m:r>
                        </m:sub>
                      </m:sSub>
                      <m:r>
                        <m:rPr>
                          <m:nor/>
                        </m:rPr>
                        <a:rPr lang="en-US" sz="2400" b="0" i="0">
                          <a:latin typeface="Calibri" panose="020F0502020204030204" pitchFamily="34" charset="0"/>
                          <a:cs typeface="Calibri" panose="020F0502020204030204" pitchFamily="34" charset="0"/>
                        </a:rPr>
                        <m:t>×</m:t>
                      </m:r>
                      <m:r>
                        <m:rPr>
                          <m:nor/>
                        </m:rPr>
                        <a:rPr lang="en-US" sz="2400" b="0" i="0" smtClean="0">
                          <a:latin typeface="Calibri" panose="020F0502020204030204" pitchFamily="34" charset="0"/>
                          <a:cs typeface="Calibri" panose="020F0502020204030204" pitchFamily="34" charset="0"/>
                        </a:rPr>
                        <m:t> </m:t>
                      </m:r>
                      <m:r>
                        <m:rPr>
                          <m:nor/>
                        </m:rPr>
                        <a:rPr lang="en-US" sz="2400" b="0" i="0">
                          <a:latin typeface="Calibri" panose="020F0502020204030204" pitchFamily="34" charset="0"/>
                          <a:cs typeface="Calibri" panose="020F0502020204030204" pitchFamily="34" charset="0"/>
                        </a:rPr>
                        <m:t>(</m:t>
                      </m:r>
                      <m:r>
                        <m:rPr>
                          <m:nor/>
                        </m:rPr>
                        <a:rPr lang="en-US" sz="2400" b="0" i="0" smtClean="0">
                          <a:latin typeface="Calibri" panose="020F0502020204030204" pitchFamily="34" charset="0"/>
                          <a:cs typeface="Calibri" panose="020F0502020204030204" pitchFamily="34" charset="0"/>
                        </a:rPr>
                        <m:t>1+</m:t>
                      </m:r>
                      <m:f>
                        <m:fPr>
                          <m:ctrlPr>
                            <a:rPr lang="en-US" sz="2400" b="0" i="0">
                              <a:latin typeface="Calibri" panose="020F0502020204030204" pitchFamily="34" charset="0"/>
                              <a:cs typeface="Calibri" panose="020F0502020204030204" pitchFamily="34" charset="0"/>
                            </a:rPr>
                          </m:ctrlPr>
                        </m:fPr>
                        <m:num>
                          <m:r>
                            <m:rPr>
                              <m:nor/>
                            </m:rPr>
                            <a:rPr lang="en-US" sz="2400" b="0" i="0">
                              <a:latin typeface="Calibri" panose="020F0502020204030204" pitchFamily="34" charset="0"/>
                              <a:cs typeface="Calibri" panose="020F0502020204030204" pitchFamily="34" charset="0"/>
                            </a:rPr>
                            <m:t>R</m:t>
                          </m:r>
                          <m:r>
                            <m:rPr>
                              <m:nor/>
                            </m:rPr>
                            <a:rPr lang="en-US" sz="2400" b="0" i="0" smtClean="0">
                              <a:latin typeface="Calibri" panose="020F0502020204030204" pitchFamily="34" charset="0"/>
                              <a:cs typeface="Calibri" panose="020F0502020204030204" pitchFamily="34" charset="0"/>
                            </a:rPr>
                            <m:t>1</m:t>
                          </m:r>
                        </m:num>
                        <m:den>
                          <m:r>
                            <m:rPr>
                              <m:nor/>
                            </m:rPr>
                            <a:rPr lang="en-US" sz="2400" b="0" i="0">
                              <a:latin typeface="Calibri" panose="020F0502020204030204" pitchFamily="34" charset="0"/>
                              <a:cs typeface="Calibri" panose="020F0502020204030204" pitchFamily="34" charset="0"/>
                            </a:rPr>
                            <m:t>R2</m:t>
                          </m:r>
                        </m:den>
                      </m:f>
                      <m:r>
                        <m:rPr>
                          <m:nor/>
                        </m:rPr>
                        <a:rPr lang="en-US" sz="2400" b="0" i="0">
                          <a:latin typeface="Calibri" panose="020F0502020204030204" pitchFamily="34" charset="0"/>
                          <a:cs typeface="Calibri" panose="020F0502020204030204" pitchFamily="34" charset="0"/>
                        </a:rPr>
                        <m:t>​​)</m:t>
                      </m:r>
                    </m:oMath>
                  </m:oMathPara>
                </a14:m>
                <a:endParaRPr lang="en-US" sz="2400" b="1" dirty="0">
                  <a:latin typeface="Calibri" panose="020F0502020204030204" pitchFamily="34" charset="0"/>
                  <a:cs typeface="Calibri" panose="020F0502020204030204" pitchFamily="34" charset="0"/>
                </a:endParaRPr>
              </a:p>
            </p:txBody>
          </p:sp>
        </mc:Choice>
        <mc:Fallback xmlns="">
          <p:sp>
            <p:nvSpPr>
              <p:cNvPr id="6" name="TextBox 5">
                <a:extLst>
                  <a:ext uri="{FF2B5EF4-FFF2-40B4-BE49-F238E27FC236}">
                    <a16:creationId xmlns:a16="http://schemas.microsoft.com/office/drawing/2014/main" id="{7E31FB9A-6954-A768-D550-4FBC4C3EE790}"/>
                  </a:ext>
                </a:extLst>
              </p:cNvPr>
              <p:cNvSpPr txBox="1">
                <a:spLocks noRot="1" noChangeAspect="1" noMove="1" noResize="1" noEditPoints="1" noAdjustHandles="1" noChangeArrowheads="1" noChangeShapeType="1" noTextEdit="1"/>
              </p:cNvSpPr>
              <p:nvPr/>
            </p:nvSpPr>
            <p:spPr>
              <a:xfrm>
                <a:off x="607841" y="3139154"/>
                <a:ext cx="2927839" cy="680636"/>
              </a:xfrm>
              <a:prstGeom prst="rect">
                <a:avLst/>
              </a:prstGeom>
              <a:blipFill>
                <a:blip r:embed="rId5"/>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594A7128-3388-CD26-49FB-9A296B6A69ED}"/>
              </a:ext>
            </a:extLst>
          </p:cNvPr>
          <p:cNvSpPr txBox="1"/>
          <p:nvPr/>
        </p:nvSpPr>
        <p:spPr>
          <a:xfrm>
            <a:off x="144744" y="3219747"/>
            <a:ext cx="569530" cy="523220"/>
          </a:xfrm>
          <a:prstGeom prst="rect">
            <a:avLst/>
          </a:prstGeom>
          <a:noFill/>
        </p:spPr>
        <p:txBody>
          <a:bodyPr wrap="square">
            <a:spAutoFit/>
          </a:bodyPr>
          <a:lstStyle/>
          <a:p>
            <a:r>
              <a:rPr kumimoji="0" lang="en-US" altLang="en-US" sz="2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endParaRPr lang="en-US" sz="2800" b="1" dirty="0"/>
          </a:p>
        </p:txBody>
      </p:sp>
      <p:sp>
        <p:nvSpPr>
          <p:cNvPr id="9" name="Rectangle 8">
            <a:extLst>
              <a:ext uri="{FF2B5EF4-FFF2-40B4-BE49-F238E27FC236}">
                <a16:creationId xmlns:a16="http://schemas.microsoft.com/office/drawing/2014/main" id="{268E37D5-59FA-240B-92E2-AEFF7698C32D}"/>
              </a:ext>
            </a:extLst>
          </p:cNvPr>
          <p:cNvSpPr/>
          <p:nvPr/>
        </p:nvSpPr>
        <p:spPr>
          <a:xfrm>
            <a:off x="274320" y="5984559"/>
            <a:ext cx="4297680" cy="52322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3C91EDF-994D-B125-75B1-03E9C1BA0C55}"/>
              </a:ext>
            </a:extLst>
          </p:cNvPr>
          <p:cNvSpPr/>
          <p:nvPr/>
        </p:nvSpPr>
        <p:spPr>
          <a:xfrm>
            <a:off x="7741921" y="2324100"/>
            <a:ext cx="457200" cy="74676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2806DA1-42FB-15DB-5935-1DACB282848A}"/>
              </a:ext>
            </a:extLst>
          </p:cNvPr>
          <p:cNvSpPr/>
          <p:nvPr/>
        </p:nvSpPr>
        <p:spPr>
          <a:xfrm>
            <a:off x="8626802" y="2095321"/>
            <a:ext cx="270915" cy="3124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748D6F6-81AB-6825-A00D-E80909D00B79}"/>
                  </a:ext>
                </a:extLst>
              </p:cNvPr>
              <p:cNvSpPr txBox="1"/>
              <p:nvPr/>
            </p:nvSpPr>
            <p:spPr>
              <a:xfrm>
                <a:off x="418865" y="5158108"/>
                <a:ext cx="8432171" cy="578941"/>
              </a:xfrm>
              <a:prstGeom prst="rect">
                <a:avLst/>
              </a:prstGeom>
              <a:noFill/>
            </p:spPr>
            <p:txBody>
              <a:bodyPr wrap="square" lIns="0" tIns="0" rIns="0" bIns="0" rtlCol="0">
                <a:spAutoFit/>
              </a:bodyPr>
              <a:lstStyle/>
              <a:p>
                <a14:m>
                  <m:oMath xmlns:m="http://schemas.openxmlformats.org/officeDocument/2006/math">
                    <m:r>
                      <m:rPr>
                        <m:nor/>
                      </m:rPr>
                      <a:rPr lang="en-US" sz="2400" b="0" i="0">
                        <a:latin typeface="Calibri" panose="020F0502020204030204" pitchFamily="34" charset="0"/>
                        <a:cs typeface="Calibri" panose="020F0502020204030204" pitchFamily="34" charset="0"/>
                      </a:rPr>
                      <m:t>5</m:t>
                    </m:r>
                    <m:r>
                      <m:rPr>
                        <m:nor/>
                      </m:rPr>
                      <a:rPr lang="en-US" sz="2400" b="0" i="0" smtClean="0">
                        <a:latin typeface="Calibri" panose="020F0502020204030204" pitchFamily="34" charset="0"/>
                        <a:cs typeface="Calibri" panose="020F0502020204030204" pitchFamily="34" charset="0"/>
                      </a:rPr>
                      <m:t> </m:t>
                    </m:r>
                    <m:r>
                      <m:rPr>
                        <m:nor/>
                      </m:rPr>
                      <a:rPr lang="en-US" sz="2400" b="0" i="0">
                        <a:latin typeface="Calibri" panose="020F0502020204030204" pitchFamily="34" charset="0"/>
                        <a:cs typeface="Calibri" panose="020F0502020204030204" pitchFamily="34" charset="0"/>
                      </a:rPr>
                      <m:t>=</m:t>
                    </m:r>
                    <m:r>
                      <m:rPr>
                        <m:nor/>
                      </m:rPr>
                      <a:rPr lang="en-US" sz="2400" b="0" i="0" smtClean="0">
                        <a:latin typeface="Calibri" panose="020F0502020204030204" pitchFamily="34" charset="0"/>
                        <a:cs typeface="Calibri" panose="020F0502020204030204" pitchFamily="34" charset="0"/>
                      </a:rPr>
                      <m:t> </m:t>
                    </m:r>
                    <m:r>
                      <m:rPr>
                        <m:nor/>
                      </m:rPr>
                      <a:rPr lang="en-US" sz="2400" b="0" i="0">
                        <a:latin typeface="Calibri" panose="020F0502020204030204" pitchFamily="34" charset="0"/>
                        <a:cs typeface="Calibri" panose="020F0502020204030204" pitchFamily="34" charset="0"/>
                      </a:rPr>
                      <m:t>0.8 × (</m:t>
                    </m:r>
                    <m:r>
                      <m:rPr>
                        <m:nor/>
                      </m:rPr>
                      <a:rPr lang="en-US" sz="2400" b="0" i="0" smtClean="0">
                        <a:latin typeface="Calibri" panose="020F0502020204030204" pitchFamily="34" charset="0"/>
                        <a:cs typeface="Calibri" panose="020F0502020204030204" pitchFamily="34" charset="0"/>
                      </a:rPr>
                      <m:t>1 + </m:t>
                    </m:r>
                    <m:f>
                      <m:fPr>
                        <m:ctrlPr>
                          <a:rPr lang="en-US" sz="2400" b="0" i="0">
                            <a:latin typeface="Calibri" panose="020F0502020204030204" pitchFamily="34" charset="0"/>
                            <a:cs typeface="Calibri" panose="020F0502020204030204" pitchFamily="34" charset="0"/>
                          </a:rPr>
                        </m:ctrlPr>
                      </m:fPr>
                      <m:num>
                        <m:r>
                          <m:rPr>
                            <m:nor/>
                          </m:rPr>
                          <a:rPr lang="en-US" sz="2400" b="0" i="0">
                            <a:latin typeface="Calibri" panose="020F0502020204030204" pitchFamily="34" charset="0"/>
                            <a:cs typeface="Calibri" panose="020F0502020204030204" pitchFamily="34" charset="0"/>
                          </a:rPr>
                          <m:t>R</m:t>
                        </m:r>
                        <m:r>
                          <m:rPr>
                            <m:nor/>
                          </m:rPr>
                          <a:rPr lang="en-US" sz="2400" b="0" i="0" smtClean="0">
                            <a:latin typeface="Calibri" panose="020F0502020204030204" pitchFamily="34" charset="0"/>
                            <a:cs typeface="Calibri" panose="020F0502020204030204" pitchFamily="34" charset="0"/>
                          </a:rPr>
                          <m:t>1</m:t>
                        </m:r>
                      </m:num>
                      <m:den>
                        <m:r>
                          <m:rPr>
                            <m:nor/>
                          </m:rPr>
                          <a:rPr lang="en-US" sz="2400" b="0" i="0">
                            <a:latin typeface="Calibri" panose="020F0502020204030204" pitchFamily="34" charset="0"/>
                            <a:cs typeface="Calibri" panose="020F0502020204030204" pitchFamily="34" charset="0"/>
                          </a:rPr>
                          <m:t>R2</m:t>
                        </m:r>
                      </m:den>
                    </m:f>
                    <m:r>
                      <m:rPr>
                        <m:nor/>
                      </m:rPr>
                      <a:rPr lang="en-US" sz="2400" b="0" i="0">
                        <a:latin typeface="Calibri" panose="020F0502020204030204" pitchFamily="34" charset="0"/>
                        <a:cs typeface="Calibri" panose="020F0502020204030204" pitchFamily="34" charset="0"/>
                      </a:rPr>
                      <m:t>​​)</m:t>
                    </m:r>
                  </m:oMath>
                </a14:m>
                <a:r>
                  <a:rPr lang="en-US" sz="2400" b="1" dirty="0">
                    <a:latin typeface="Calibri" panose="020F0502020204030204" pitchFamily="34" charset="0"/>
                    <a:cs typeface="Calibri" panose="020F0502020204030204" pitchFamily="34" charset="0"/>
                  </a:rPr>
                  <a:t> </a:t>
                </a:r>
                <a:r>
                  <a:rPr lang="en-US" sz="2400" b="1" dirty="0">
                    <a:latin typeface="Calibri" panose="020F0502020204030204" pitchFamily="34" charset="0"/>
                    <a:cs typeface="Calibri" panose="020F0502020204030204" pitchFamily="34" charset="0"/>
                    <a:sym typeface="Wingdings" panose="05000000000000000000" pitchFamily="2" charset="2"/>
                  </a:rPr>
                  <a:t> </a:t>
                </a:r>
                <a14:m>
                  <m:oMath xmlns:m="http://schemas.openxmlformats.org/officeDocument/2006/math">
                    <m:f>
                      <m:fPr>
                        <m:ctrlPr>
                          <a:rPr lang="en-US" sz="2400" b="0" i="0">
                            <a:latin typeface="Calibri" panose="020F0502020204030204" pitchFamily="34" charset="0"/>
                            <a:cs typeface="Calibri" panose="020F0502020204030204" pitchFamily="34" charset="0"/>
                          </a:rPr>
                        </m:ctrlPr>
                      </m:fPr>
                      <m:num>
                        <m:r>
                          <m:rPr>
                            <m:nor/>
                          </m:rPr>
                          <a:rPr lang="en-US" sz="2400" b="0" i="0">
                            <a:latin typeface="Calibri" panose="020F0502020204030204" pitchFamily="34" charset="0"/>
                            <a:cs typeface="Calibri" panose="020F0502020204030204" pitchFamily="34" charset="0"/>
                          </a:rPr>
                          <m:t>R1</m:t>
                        </m:r>
                      </m:num>
                      <m:den>
                        <m:r>
                          <m:rPr>
                            <m:nor/>
                          </m:rPr>
                          <a:rPr lang="en-US" sz="2400" b="0" i="0">
                            <a:latin typeface="Calibri" panose="020F0502020204030204" pitchFamily="34" charset="0"/>
                            <a:cs typeface="Calibri" panose="020F0502020204030204" pitchFamily="34" charset="0"/>
                          </a:rPr>
                          <m:t>30.1k</m:t>
                        </m:r>
                        <m:r>
                          <m:rPr>
                            <m:nor/>
                          </m:rPr>
                          <a:rPr lang="el-GR" sz="2400" b="0" i="0">
                            <a:latin typeface="Calibri" panose="020F0502020204030204" pitchFamily="34" charset="0"/>
                            <a:cs typeface="Calibri" panose="020F0502020204030204" pitchFamily="34" charset="0"/>
                          </a:rPr>
                          <m:t>Ω</m:t>
                        </m:r>
                      </m:den>
                    </m:f>
                    <m:r>
                      <m:rPr>
                        <m:nor/>
                      </m:rPr>
                      <a:rPr lang="en-US" sz="2400" b="0" i="0">
                        <a:latin typeface="Calibri" panose="020F0502020204030204" pitchFamily="34" charset="0"/>
                        <a:cs typeface="Calibri" panose="020F0502020204030204" pitchFamily="34" charset="0"/>
                      </a:rPr>
                      <m:t>​=</m:t>
                    </m:r>
                    <m:f>
                      <m:fPr>
                        <m:ctrlPr>
                          <a:rPr lang="en-US" sz="2400" b="0" i="0">
                            <a:latin typeface="Calibri" panose="020F0502020204030204" pitchFamily="34" charset="0"/>
                            <a:cs typeface="Calibri" panose="020F0502020204030204" pitchFamily="34" charset="0"/>
                          </a:rPr>
                        </m:ctrlPr>
                      </m:fPr>
                      <m:num>
                        <m:r>
                          <m:rPr>
                            <m:nor/>
                          </m:rPr>
                          <a:rPr lang="en-US" sz="2400" b="0" i="0">
                            <a:latin typeface="Calibri" panose="020F0502020204030204" pitchFamily="34" charset="0"/>
                            <a:cs typeface="Calibri" panose="020F0502020204030204" pitchFamily="34" charset="0"/>
                          </a:rPr>
                          <m:t>5</m:t>
                        </m:r>
                      </m:num>
                      <m:den>
                        <m:r>
                          <m:rPr>
                            <m:nor/>
                          </m:rPr>
                          <a:rPr lang="en-US" sz="2400" b="0" i="0">
                            <a:latin typeface="Calibri" panose="020F0502020204030204" pitchFamily="34" charset="0"/>
                            <a:cs typeface="Calibri" panose="020F0502020204030204" pitchFamily="34" charset="0"/>
                          </a:rPr>
                          <m:t>0.8</m:t>
                        </m:r>
                      </m:den>
                    </m:f>
                    <m:r>
                      <m:rPr>
                        <m:nor/>
                      </m:rPr>
                      <a:rPr lang="en-US" sz="2400" b="0" i="0">
                        <a:latin typeface="Calibri" panose="020F0502020204030204" pitchFamily="34" charset="0"/>
                        <a:cs typeface="Calibri" panose="020F0502020204030204" pitchFamily="34" charset="0"/>
                      </a:rPr>
                      <m:t>​</m:t>
                    </m:r>
                    <m:r>
                      <m:rPr>
                        <m:nor/>
                      </m:rPr>
                      <a:rPr lang="en-US" sz="2400" b="0" i="0" smtClean="0">
                        <a:latin typeface="Calibri" panose="020F0502020204030204" pitchFamily="34" charset="0"/>
                        <a:cs typeface="Calibri" panose="020F0502020204030204" pitchFamily="34" charset="0"/>
                      </a:rPr>
                      <m:t> </m:t>
                    </m:r>
                    <m:r>
                      <m:rPr>
                        <m:nor/>
                      </m:rPr>
                      <a:rPr lang="en-US" sz="2400" b="0" i="0">
                        <a:latin typeface="Calibri" panose="020F0502020204030204" pitchFamily="34" charset="0"/>
                        <a:cs typeface="Calibri" panose="020F0502020204030204" pitchFamily="34" charset="0"/>
                      </a:rPr>
                      <m:t>−</m:t>
                    </m:r>
                    <m:r>
                      <m:rPr>
                        <m:nor/>
                      </m:rPr>
                      <a:rPr lang="en-US" sz="2400" b="0" i="0" smtClean="0">
                        <a:latin typeface="Calibri" panose="020F0502020204030204" pitchFamily="34" charset="0"/>
                        <a:cs typeface="Calibri" panose="020F0502020204030204" pitchFamily="34" charset="0"/>
                      </a:rPr>
                      <m:t> </m:t>
                    </m:r>
                    <m:r>
                      <m:rPr>
                        <m:nor/>
                      </m:rPr>
                      <a:rPr lang="en-US" sz="2400" b="0" i="0">
                        <a:latin typeface="Calibri" panose="020F0502020204030204" pitchFamily="34" charset="0"/>
                        <a:cs typeface="Calibri" panose="020F0502020204030204" pitchFamily="34" charset="0"/>
                      </a:rPr>
                      <m:t>1 = 6.25 − 1 = 5.25</m:t>
                    </m:r>
                    <m:r>
                      <m:rPr>
                        <m:nor/>
                      </m:rPr>
                      <a:rPr lang="en-US" sz="2400" b="0" i="0" smtClean="0">
                        <a:latin typeface="Calibri" panose="020F0502020204030204" pitchFamily="34" charset="0"/>
                        <a:cs typeface="Calibri" panose="020F0502020204030204" pitchFamily="34" charset="0"/>
                      </a:rPr>
                      <m:t> (Lý Tưởng)​​</m:t>
                    </m:r>
                  </m:oMath>
                </a14:m>
                <a:r>
                  <a:rPr lang="en-US" sz="2400" b="1" dirty="0">
                    <a:latin typeface="Calibri" panose="020F0502020204030204" pitchFamily="34" charset="0"/>
                    <a:cs typeface="Calibri" panose="020F0502020204030204" pitchFamily="34" charset="0"/>
                  </a:rPr>
                  <a:t> </a:t>
                </a:r>
              </a:p>
            </p:txBody>
          </p:sp>
        </mc:Choice>
        <mc:Fallback xmlns="">
          <p:sp>
            <p:nvSpPr>
              <p:cNvPr id="16" name="TextBox 15">
                <a:extLst>
                  <a:ext uri="{FF2B5EF4-FFF2-40B4-BE49-F238E27FC236}">
                    <a16:creationId xmlns:a16="http://schemas.microsoft.com/office/drawing/2014/main" id="{C748D6F6-81AB-6825-A00D-E80909D00B79}"/>
                  </a:ext>
                </a:extLst>
              </p:cNvPr>
              <p:cNvSpPr txBox="1">
                <a:spLocks noRot="1" noChangeAspect="1" noMove="1" noResize="1" noEditPoints="1" noAdjustHandles="1" noChangeArrowheads="1" noChangeShapeType="1" noTextEdit="1"/>
              </p:cNvSpPr>
              <p:nvPr/>
            </p:nvSpPr>
            <p:spPr>
              <a:xfrm>
                <a:off x="418865" y="5158108"/>
                <a:ext cx="8432171" cy="578941"/>
              </a:xfrm>
              <a:prstGeom prst="rect">
                <a:avLst/>
              </a:prstGeom>
              <a:blipFill>
                <a:blip r:embed="rId6"/>
                <a:stretch>
                  <a:fillRect b="-16842"/>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425B7EC6-4418-8E37-2C46-34454D89F8DA}"/>
              </a:ext>
            </a:extLst>
          </p:cNvPr>
          <p:cNvSpPr txBox="1"/>
          <p:nvPr/>
        </p:nvSpPr>
        <p:spPr>
          <a:xfrm>
            <a:off x="304801" y="5984559"/>
            <a:ext cx="4572000" cy="461665"/>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R1 = 5.25 × 30.1k</a:t>
            </a:r>
            <a:r>
              <a:rPr lang="el-GR" sz="2400" b="1" dirty="0">
                <a:latin typeface="Calibri" panose="020F0502020204030204" pitchFamily="34" charset="0"/>
                <a:cs typeface="Calibri" panose="020F0502020204030204" pitchFamily="34" charset="0"/>
              </a:rPr>
              <a:t>Ω</a:t>
            </a:r>
            <a:r>
              <a:rPr lang="en-US" sz="2400" b="1" dirty="0">
                <a:latin typeface="Calibri" panose="020F0502020204030204" pitchFamily="34" charset="0"/>
                <a:cs typeface="Calibri" panose="020F0502020204030204" pitchFamily="34" charset="0"/>
              </a:rPr>
              <a:t> </a:t>
            </a:r>
            <a:r>
              <a:rPr lang="el-GR" sz="2400" b="1" dirty="0">
                <a:latin typeface="Calibri" panose="020F0502020204030204" pitchFamily="34" charset="0"/>
                <a:cs typeface="Calibri" panose="020F0502020204030204" pitchFamily="34" charset="0"/>
              </a:rPr>
              <a:t>=</a:t>
            </a:r>
            <a:r>
              <a:rPr lang="en-US" sz="2400" b="1" dirty="0">
                <a:latin typeface="Calibri" panose="020F0502020204030204" pitchFamily="34" charset="0"/>
                <a:cs typeface="Calibri" panose="020F0502020204030204" pitchFamily="34" charset="0"/>
              </a:rPr>
              <a:t> </a:t>
            </a:r>
            <a:r>
              <a:rPr lang="el-GR" sz="2400" b="1" dirty="0">
                <a:latin typeface="Calibri" panose="020F0502020204030204" pitchFamily="34" charset="0"/>
                <a:cs typeface="Calibri" panose="020F0502020204030204" pitchFamily="34" charset="0"/>
              </a:rPr>
              <a:t>158.025</a:t>
            </a:r>
            <a:r>
              <a:rPr lang="en-US" sz="2400" b="1" dirty="0">
                <a:latin typeface="Calibri" panose="020F0502020204030204" pitchFamily="34" charset="0"/>
                <a:cs typeface="Calibri" panose="020F0502020204030204" pitchFamily="34" charset="0"/>
              </a:rPr>
              <a:t>k</a:t>
            </a:r>
            <a:r>
              <a:rPr lang="el-GR" sz="2400" b="1" dirty="0">
                <a:latin typeface="Calibri" panose="020F0502020204030204" pitchFamily="34" charset="0"/>
                <a:cs typeface="Calibri" panose="020F0502020204030204" pitchFamily="34" charset="0"/>
              </a:rPr>
              <a:t>Ω</a:t>
            </a:r>
            <a:endParaRPr lang="en-US" sz="2400" b="1" dirty="0">
              <a:latin typeface="Calibri" panose="020F0502020204030204" pitchFamily="34" charset="0"/>
              <a:cs typeface="Calibri" panose="020F0502020204030204" pitchFamily="34" charset="0"/>
            </a:endParaRPr>
          </a:p>
        </p:txBody>
      </p:sp>
      <p:pic>
        <p:nvPicPr>
          <p:cNvPr id="1026" name="Picture 2" descr="1K ohm Resistor - 0805 SMD Package - 20 Pieces buy online at Low Price ...">
            <a:extLst>
              <a:ext uri="{FF2B5EF4-FFF2-40B4-BE49-F238E27FC236}">
                <a16:creationId xmlns:a16="http://schemas.microsoft.com/office/drawing/2014/main" id="{29D3E72C-E501-4AEF-9706-05535300E83C}"/>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10000" b="90000" l="10000" r="90000">
                        <a14:foregroundMark x1="40250" y1="41000" x2="63250" y2="51500"/>
                        <a14:foregroundMark x1="63250" y1="51500" x2="63500" y2="52000"/>
                        <a14:foregroundMark x1="41250" y1="45625" x2="59000" y2="51000"/>
                      </a14:backgroundRemoval>
                    </a14:imgEffect>
                  </a14:imgLayer>
                </a14:imgProps>
              </a:ext>
              <a:ext uri="{28A0092B-C50C-407E-A947-70E740481C1C}">
                <a14:useLocalDpi xmlns:a14="http://schemas.microsoft.com/office/drawing/2010/main" val="0"/>
              </a:ext>
            </a:extLst>
          </a:blip>
          <a:srcRect/>
          <a:stretch>
            <a:fillRect/>
          </a:stretch>
        </p:blipFill>
        <p:spPr bwMode="auto">
          <a:xfrm>
            <a:off x="6787101" y="5295540"/>
            <a:ext cx="1839701" cy="1839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6181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7AD1ED65-48ED-187E-F873-80E8462688C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9266AD7-6E26-1F90-BA64-59BAFFC6AB00}"/>
              </a:ext>
            </a:extLst>
          </p:cNvPr>
          <p:cNvPicPr>
            <a:picLocks noChangeAspect="1"/>
          </p:cNvPicPr>
          <p:nvPr/>
        </p:nvPicPr>
        <p:blipFill>
          <a:blip r:embed="rId3"/>
          <a:stretch>
            <a:fillRect/>
          </a:stretch>
        </p:blipFill>
        <p:spPr>
          <a:xfrm>
            <a:off x="3139977" y="1190946"/>
            <a:ext cx="5988044" cy="3180151"/>
          </a:xfrm>
          <a:prstGeom prst="rect">
            <a:avLst/>
          </a:prstGeom>
        </p:spPr>
      </p:pic>
      <p:sp>
        <p:nvSpPr>
          <p:cNvPr id="119" name="Google Shape;119;p5">
            <a:extLst>
              <a:ext uri="{FF2B5EF4-FFF2-40B4-BE49-F238E27FC236}">
                <a16:creationId xmlns:a16="http://schemas.microsoft.com/office/drawing/2014/main" id="{6B4C68E2-1B66-37DD-088A-56CBE6B62DFA}"/>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120" name="Google Shape;120;p5">
            <a:extLst>
              <a:ext uri="{FF2B5EF4-FFF2-40B4-BE49-F238E27FC236}">
                <a16:creationId xmlns:a16="http://schemas.microsoft.com/office/drawing/2014/main" id="{D844122B-E47B-3198-4828-52D8FCF4993B}"/>
              </a:ext>
            </a:extLst>
          </p:cNvPr>
          <p:cNvSpPr txBox="1">
            <a:spLocks noGrp="1"/>
          </p:cNvSpPr>
          <p:nvPr>
            <p:ph type="title"/>
          </p:nvPr>
        </p:nvSpPr>
        <p:spPr>
          <a:xfrm>
            <a:off x="274320" y="85995"/>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dirty="0">
                <a:solidFill>
                  <a:schemeClr val="lt1"/>
                </a:solidFill>
                <a:latin typeface="Calibri" panose="020F0502020204030204" pitchFamily="34" charset="0"/>
                <a:cs typeface="Calibri" panose="020F0502020204030204" pitchFamily="34" charset="0"/>
              </a:rPr>
              <a:t>2. </a:t>
            </a:r>
            <a:r>
              <a:rPr lang="en-US" sz="2400" dirty="0" err="1">
                <a:solidFill>
                  <a:schemeClr val="lt1"/>
                </a:solidFill>
                <a:latin typeface="Calibri" panose="020F0502020204030204" pitchFamily="34" charset="0"/>
                <a:cs typeface="Calibri" panose="020F0502020204030204" pitchFamily="34" charset="0"/>
              </a:rPr>
              <a:t>Tính</a:t>
            </a:r>
            <a:r>
              <a:rPr lang="en-US" sz="2400" dirty="0">
                <a:solidFill>
                  <a:schemeClr val="lt1"/>
                </a:solidFill>
                <a:latin typeface="Calibri" panose="020F0502020204030204" pitchFamily="34" charset="0"/>
                <a:cs typeface="Calibri" panose="020F0502020204030204" pitchFamily="34" charset="0"/>
              </a:rPr>
              <a:t> </a:t>
            </a:r>
            <a:r>
              <a:rPr lang="en-US" sz="2400" dirty="0" err="1">
                <a:solidFill>
                  <a:schemeClr val="lt1"/>
                </a:solidFill>
                <a:latin typeface="Calibri" panose="020F0502020204030204" pitchFamily="34" charset="0"/>
                <a:cs typeface="Calibri" panose="020F0502020204030204" pitchFamily="34" charset="0"/>
              </a:rPr>
              <a:t>toán</a:t>
            </a:r>
            <a:r>
              <a:rPr lang="en-US" sz="2400" dirty="0">
                <a:solidFill>
                  <a:schemeClr val="lt1"/>
                </a:solidFill>
                <a:latin typeface="Calibri" panose="020F0502020204030204" pitchFamily="34" charset="0"/>
                <a:cs typeface="Calibri" panose="020F0502020204030204" pitchFamily="34" charset="0"/>
              </a:rPr>
              <a:t> </a:t>
            </a:r>
            <a:r>
              <a:rPr lang="en-US" sz="2400" dirty="0" err="1">
                <a:solidFill>
                  <a:schemeClr val="lt1"/>
                </a:solidFill>
                <a:latin typeface="Calibri" panose="020F0502020204030204" pitchFamily="34" charset="0"/>
                <a:cs typeface="Calibri" panose="020F0502020204030204" pitchFamily="34" charset="0"/>
              </a:rPr>
              <a:t>và</a:t>
            </a:r>
            <a:r>
              <a:rPr lang="en-US" sz="2400" dirty="0">
                <a:solidFill>
                  <a:schemeClr val="lt1"/>
                </a:solidFill>
                <a:latin typeface="Calibri" panose="020F0502020204030204" pitchFamily="34" charset="0"/>
                <a:cs typeface="Calibri" panose="020F0502020204030204" pitchFamily="34" charset="0"/>
              </a:rPr>
              <a:t> </a:t>
            </a:r>
            <a:r>
              <a:rPr lang="en-US" sz="2400" dirty="0" err="1">
                <a:solidFill>
                  <a:schemeClr val="lt1"/>
                </a:solidFill>
                <a:latin typeface="Calibri" panose="020F0502020204030204" pitchFamily="34" charset="0"/>
                <a:cs typeface="Calibri" panose="020F0502020204030204" pitchFamily="34" charset="0"/>
              </a:rPr>
              <a:t>thiết</a:t>
            </a:r>
            <a:r>
              <a:rPr lang="en-US" sz="2400" dirty="0">
                <a:solidFill>
                  <a:schemeClr val="lt1"/>
                </a:solidFill>
                <a:latin typeface="Calibri" panose="020F0502020204030204" pitchFamily="34" charset="0"/>
                <a:cs typeface="Calibri" panose="020F0502020204030204" pitchFamily="34" charset="0"/>
              </a:rPr>
              <a:t> </a:t>
            </a:r>
            <a:r>
              <a:rPr lang="en-US" sz="2400" dirty="0" err="1">
                <a:solidFill>
                  <a:schemeClr val="lt1"/>
                </a:solidFill>
                <a:latin typeface="Calibri" panose="020F0502020204030204" pitchFamily="34" charset="0"/>
                <a:cs typeface="Calibri" panose="020F0502020204030204" pitchFamily="34" charset="0"/>
              </a:rPr>
              <a:t>kế</a:t>
            </a:r>
            <a:endParaRPr sz="2400" dirty="0">
              <a:solidFill>
                <a:schemeClr val="lt1"/>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85ED4BB-2A1E-AAAA-1C5C-72163076F654}"/>
                  </a:ext>
                </a:extLst>
              </p:cNvPr>
              <p:cNvSpPr txBox="1"/>
              <p:nvPr/>
            </p:nvSpPr>
            <p:spPr>
              <a:xfrm>
                <a:off x="404948" y="2638836"/>
                <a:ext cx="2973378" cy="780022"/>
              </a:xfrm>
              <a:prstGeom prst="rect">
                <a:avLst/>
              </a:prstGeom>
              <a:noFill/>
            </p:spPr>
            <p:txBody>
              <a:bodyPr wrap="none" lIns="0" tIns="0" rIns="0" bIns="0" rtlCol="0">
                <a:spAutoFit/>
              </a:bodyPr>
              <a:lstStyle/>
              <a:p>
                <a:pPr/>
                <a14:m>
                  <m:oMathPara xmlns:m="http://schemas.openxmlformats.org/officeDocument/2006/math">
                    <m:oMath>
                      <m:r>
                        <m:rPr>
                          <m:nor/>
                        </m:rPr>
                        <a:rPr lang="en-US" sz="2400" b="0" i="0">
                          <a:latin typeface="Calibri" panose="020F0502020204030204" pitchFamily="34" charset="0"/>
                          <a:cs typeface="Calibri" panose="020F0502020204030204" pitchFamily="34" charset="0"/>
                        </a:rPr>
                        <m:t>L=</m:t>
                      </m:r>
                      <m:f>
                        <m:fPr>
                          <m:ctrlPr>
                            <a:rPr lang="en-US" sz="2400" b="0" i="1">
                              <a:latin typeface="Cambria Math" panose="02040503050406030204" pitchFamily="18" charset="0"/>
                              <a:cs typeface="Calibri" panose="020F0502020204030204" pitchFamily="34" charset="0"/>
                            </a:rPr>
                          </m:ctrlPr>
                        </m:fPr>
                        <m:num>
                          <m:sSub>
                            <m:sSubPr>
                              <m:ctrlPr>
                                <a:rPr lang="en-US" sz="2400" b="0" i="0">
                                  <a:latin typeface="Calibri" panose="020F0502020204030204" pitchFamily="34" charset="0"/>
                                  <a:cs typeface="Calibri" panose="020F0502020204030204" pitchFamily="34" charset="0"/>
                                </a:rPr>
                              </m:ctrlPr>
                            </m:sSubPr>
                            <m:e>
                              <m:r>
                                <m:rPr>
                                  <m:nor/>
                                </m:rPr>
                                <a:rPr lang="en-US" sz="2400" b="0" i="0">
                                  <a:latin typeface="Calibri" panose="020F0502020204030204" pitchFamily="34" charset="0"/>
                                  <a:cs typeface="Calibri" panose="020F0502020204030204" pitchFamily="34" charset="0"/>
                                </a:rPr>
                                <m:t>V</m:t>
                              </m:r>
                            </m:e>
                            <m:sub>
                              <m:r>
                                <m:rPr>
                                  <m:nor/>
                                </m:rPr>
                                <a:rPr lang="en-US" sz="2400" b="0" i="0">
                                  <a:latin typeface="Calibri" panose="020F0502020204030204" pitchFamily="34" charset="0"/>
                                  <a:cs typeface="Calibri" panose="020F0502020204030204" pitchFamily="34" charset="0"/>
                                </a:rPr>
                                <m:t>OUT</m:t>
                              </m:r>
                            </m:sub>
                          </m:sSub>
                          <m:r>
                            <m:rPr>
                              <m:nor/>
                            </m:rPr>
                            <a:rPr lang="en-US" sz="2400" b="0" i="0">
                              <a:latin typeface="Calibri" panose="020F0502020204030204" pitchFamily="34" charset="0"/>
                              <a:cs typeface="Calibri" panose="020F0502020204030204" pitchFamily="34" charset="0"/>
                            </a:rPr>
                            <m:t>​</m:t>
                          </m:r>
                          <m:r>
                            <m:rPr>
                              <m:nor/>
                            </m:rPr>
                            <a:rPr lang="en-US" sz="2400" b="0" i="0" smtClean="0">
                              <a:latin typeface="Calibri" panose="020F0502020204030204" pitchFamily="34" charset="0"/>
                              <a:cs typeface="Calibri" panose="020F0502020204030204" pitchFamily="34" charset="0"/>
                            </a:rPr>
                            <m:t>×</m:t>
                          </m:r>
                          <m:r>
                            <m:rPr>
                              <m:nor/>
                            </m:rPr>
                            <a:rPr lang="en-US" sz="2400" b="0" i="0">
                              <a:latin typeface="Calibri" panose="020F0502020204030204" pitchFamily="34" charset="0"/>
                              <a:cs typeface="Calibri" panose="020F0502020204030204" pitchFamily="34" charset="0"/>
                            </a:rPr>
                            <m:t>(</m:t>
                          </m:r>
                          <m:sSub>
                            <m:sSubPr>
                              <m:ctrlPr>
                                <a:rPr lang="en-US" sz="2400" b="0" i="0">
                                  <a:latin typeface="Calibri" panose="020F0502020204030204" pitchFamily="34" charset="0"/>
                                  <a:cs typeface="Calibri" panose="020F0502020204030204" pitchFamily="34" charset="0"/>
                                </a:rPr>
                              </m:ctrlPr>
                            </m:sSubPr>
                            <m:e>
                              <m:r>
                                <m:rPr>
                                  <m:nor/>
                                </m:rPr>
                                <a:rPr lang="en-US" sz="2400" b="0" i="0">
                                  <a:latin typeface="Calibri" panose="020F0502020204030204" pitchFamily="34" charset="0"/>
                                  <a:cs typeface="Calibri" panose="020F0502020204030204" pitchFamily="34" charset="0"/>
                                </a:rPr>
                                <m:t>V</m:t>
                              </m:r>
                            </m:e>
                            <m:sub>
                              <m:r>
                                <m:rPr>
                                  <m:nor/>
                                </m:rPr>
                                <a:rPr lang="en-US" sz="2400" b="0" i="0">
                                  <a:latin typeface="Calibri" panose="020F0502020204030204" pitchFamily="34" charset="0"/>
                                  <a:cs typeface="Calibri" panose="020F0502020204030204" pitchFamily="34" charset="0"/>
                                </a:rPr>
                                <m:t>IN</m:t>
                              </m:r>
                            </m:sub>
                          </m:sSub>
                          <m:r>
                            <m:rPr>
                              <m:nor/>
                            </m:rPr>
                            <a:rPr lang="en-US" sz="2400" b="0" i="0">
                              <a:latin typeface="Calibri" panose="020F0502020204030204" pitchFamily="34" charset="0"/>
                              <a:cs typeface="Calibri" panose="020F0502020204030204" pitchFamily="34" charset="0"/>
                            </a:rPr>
                            <m:t>​−</m:t>
                          </m:r>
                          <m:sSub>
                            <m:sSubPr>
                              <m:ctrlPr>
                                <a:rPr lang="en-US" sz="2400" b="0" i="0">
                                  <a:latin typeface="Calibri" panose="020F0502020204030204" pitchFamily="34" charset="0"/>
                                  <a:cs typeface="Calibri" panose="020F0502020204030204" pitchFamily="34" charset="0"/>
                                </a:rPr>
                              </m:ctrlPr>
                            </m:sSubPr>
                            <m:e>
                              <m:r>
                                <m:rPr>
                                  <m:nor/>
                                </m:rPr>
                                <a:rPr lang="en-US" sz="2400" b="0" i="0">
                                  <a:latin typeface="Calibri" panose="020F0502020204030204" pitchFamily="34" charset="0"/>
                                  <a:cs typeface="Calibri" panose="020F0502020204030204" pitchFamily="34" charset="0"/>
                                </a:rPr>
                                <m:t>V</m:t>
                              </m:r>
                            </m:e>
                            <m:sub>
                              <m:r>
                                <m:rPr>
                                  <m:nor/>
                                </m:rPr>
                                <a:rPr lang="en-US" sz="2400" b="0" i="0">
                                  <a:latin typeface="Calibri" panose="020F0502020204030204" pitchFamily="34" charset="0"/>
                                  <a:cs typeface="Calibri" panose="020F0502020204030204" pitchFamily="34" charset="0"/>
                                </a:rPr>
                                <m:t>OUT</m:t>
                              </m:r>
                            </m:sub>
                          </m:sSub>
                          <m:r>
                            <m:rPr>
                              <m:nor/>
                            </m:rPr>
                            <a:rPr lang="en-US" sz="2400" b="0" i="0">
                              <a:latin typeface="Calibri" panose="020F0502020204030204" pitchFamily="34" charset="0"/>
                              <a:cs typeface="Calibri" panose="020F0502020204030204" pitchFamily="34" charset="0"/>
                            </a:rPr>
                            <m:t>​)</m:t>
                          </m:r>
                        </m:num>
                        <m:den>
                          <m:sSub>
                            <m:sSubPr>
                              <m:ctrlPr>
                                <a:rPr lang="en-US" sz="2400" b="0" i="0">
                                  <a:latin typeface="Calibri" panose="020F0502020204030204" pitchFamily="34" charset="0"/>
                                  <a:cs typeface="Calibri" panose="020F0502020204030204" pitchFamily="34" charset="0"/>
                                </a:rPr>
                              </m:ctrlPr>
                            </m:sSubPr>
                            <m:e>
                              <m:r>
                                <m:rPr>
                                  <m:nor/>
                                </m:rPr>
                                <a:rPr lang="en-US" sz="2400" b="0" i="0">
                                  <a:latin typeface="Calibri" panose="020F0502020204030204" pitchFamily="34" charset="0"/>
                                  <a:cs typeface="Calibri" panose="020F0502020204030204" pitchFamily="34" charset="0"/>
                                </a:rPr>
                                <m:t>V</m:t>
                              </m:r>
                            </m:e>
                            <m:sub>
                              <m:r>
                                <m:rPr>
                                  <m:nor/>
                                </m:rPr>
                                <a:rPr lang="en-US" sz="2400" b="0" i="0">
                                  <a:latin typeface="Calibri" panose="020F0502020204030204" pitchFamily="34" charset="0"/>
                                  <a:cs typeface="Calibri" panose="020F0502020204030204" pitchFamily="34" charset="0"/>
                                </a:rPr>
                                <m:t>IN</m:t>
                              </m:r>
                            </m:sub>
                          </m:sSub>
                          <m:r>
                            <m:rPr>
                              <m:nor/>
                            </m:rPr>
                            <a:rPr lang="en-US" sz="2400" b="0" i="0">
                              <a:latin typeface="Calibri" panose="020F0502020204030204" pitchFamily="34" charset="0"/>
                              <a:cs typeface="Calibri" panose="020F0502020204030204" pitchFamily="34" charset="0"/>
                            </a:rPr>
                            <m:t>​×</m:t>
                          </m:r>
                          <m:sSub>
                            <m:sSubPr>
                              <m:ctrlPr>
                                <a:rPr lang="el-GR" sz="2400" b="0" i="0">
                                  <a:latin typeface="Calibri" panose="020F0502020204030204" pitchFamily="34" charset="0"/>
                                  <a:cs typeface="Calibri" panose="020F0502020204030204" pitchFamily="34" charset="0"/>
                                </a:rPr>
                              </m:ctrlPr>
                            </m:sSubPr>
                            <m:e>
                              <m:r>
                                <m:rPr>
                                  <m:nor/>
                                </m:rPr>
                                <a:rPr lang="el-GR" sz="2400" b="0" i="0">
                                  <a:latin typeface="Calibri" panose="020F0502020204030204" pitchFamily="34" charset="0"/>
                                  <a:cs typeface="Calibri" panose="020F0502020204030204" pitchFamily="34" charset="0"/>
                                </a:rPr>
                                <m:t>Δ</m:t>
                              </m:r>
                            </m:e>
                            <m:sub>
                              <m:r>
                                <m:rPr>
                                  <m:nor/>
                                </m:rPr>
                                <a:rPr lang="en-US" sz="2400" b="0" i="0">
                                  <a:latin typeface="Calibri" panose="020F0502020204030204" pitchFamily="34" charset="0"/>
                                  <a:cs typeface="Calibri" panose="020F0502020204030204" pitchFamily="34" charset="0"/>
                                </a:rPr>
                                <m:t>IL</m:t>
                              </m:r>
                            </m:sub>
                          </m:sSub>
                          <m:r>
                            <m:rPr>
                              <m:nor/>
                            </m:rPr>
                            <a:rPr lang="en-US" sz="2400" b="0" i="0">
                              <a:latin typeface="Calibri" panose="020F0502020204030204" pitchFamily="34" charset="0"/>
                              <a:cs typeface="Calibri" panose="020F0502020204030204" pitchFamily="34" charset="0"/>
                            </a:rPr>
                            <m:t>​×</m:t>
                          </m:r>
                          <m:sSub>
                            <m:sSubPr>
                              <m:ctrlPr>
                                <a:rPr lang="en-US" sz="2400" b="0" i="0">
                                  <a:latin typeface="Calibri" panose="020F0502020204030204" pitchFamily="34" charset="0"/>
                                  <a:cs typeface="Calibri" panose="020F0502020204030204" pitchFamily="34" charset="0"/>
                                </a:rPr>
                              </m:ctrlPr>
                            </m:sSubPr>
                            <m:e>
                              <m:r>
                                <m:rPr>
                                  <m:nor/>
                                </m:rPr>
                                <a:rPr lang="en-US" sz="2400" b="0" i="0">
                                  <a:latin typeface="Calibri" panose="020F0502020204030204" pitchFamily="34" charset="0"/>
                                  <a:cs typeface="Calibri" panose="020F0502020204030204" pitchFamily="34" charset="0"/>
                                </a:rPr>
                                <m:t>f</m:t>
                              </m:r>
                            </m:e>
                            <m:sub>
                              <m:r>
                                <m:rPr>
                                  <m:nor/>
                                </m:rPr>
                                <a:rPr lang="en-US" sz="2400" b="0" i="0">
                                  <a:latin typeface="Calibri" panose="020F0502020204030204" pitchFamily="34" charset="0"/>
                                  <a:cs typeface="Calibri" panose="020F0502020204030204" pitchFamily="34" charset="0"/>
                                </a:rPr>
                                <m:t>SW</m:t>
                              </m:r>
                            </m:sub>
                          </m:sSub>
                        </m:den>
                      </m:f>
                      <m:r>
                        <m:rPr>
                          <m:nor/>
                        </m:rPr>
                        <a:rPr lang="en-US" sz="2400" b="0" i="0">
                          <a:latin typeface="Calibri" panose="020F0502020204030204" pitchFamily="34" charset="0"/>
                          <a:cs typeface="Calibri" panose="020F0502020204030204" pitchFamily="34" charset="0"/>
                        </a:rPr>
                        <m:t>​​</m:t>
                      </m:r>
                    </m:oMath>
                  </m:oMathPara>
                </a14:m>
                <a:endParaRPr lang="en-US" sz="2400" b="1" dirty="0">
                  <a:latin typeface="Calibri" panose="020F0502020204030204" pitchFamily="34" charset="0"/>
                  <a:cs typeface="Calibri" panose="020F0502020204030204" pitchFamily="34" charset="0"/>
                </a:endParaRPr>
              </a:p>
            </p:txBody>
          </p:sp>
        </mc:Choice>
        <mc:Fallback xmlns="">
          <p:sp>
            <p:nvSpPr>
              <p:cNvPr id="3" name="TextBox 2">
                <a:extLst>
                  <a:ext uri="{FF2B5EF4-FFF2-40B4-BE49-F238E27FC236}">
                    <a16:creationId xmlns:a16="http://schemas.microsoft.com/office/drawing/2014/main" id="{A85ED4BB-2A1E-AAAA-1C5C-72163076F654}"/>
                  </a:ext>
                </a:extLst>
              </p:cNvPr>
              <p:cNvSpPr txBox="1">
                <a:spLocks noRot="1" noChangeAspect="1" noMove="1" noResize="1" noEditPoints="1" noAdjustHandles="1" noChangeArrowheads="1" noChangeShapeType="1" noTextEdit="1"/>
              </p:cNvSpPr>
              <p:nvPr/>
            </p:nvSpPr>
            <p:spPr>
              <a:xfrm>
                <a:off x="404948" y="2638836"/>
                <a:ext cx="2973378" cy="780022"/>
              </a:xfrm>
              <a:prstGeom prst="rect">
                <a:avLst/>
              </a:prstGeom>
              <a:blipFill>
                <a:blip r:embed="rId4"/>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82959DB1-404D-4303-95B9-D040F857658F}"/>
              </a:ext>
            </a:extLst>
          </p:cNvPr>
          <p:cNvSpPr txBox="1"/>
          <p:nvPr/>
        </p:nvSpPr>
        <p:spPr>
          <a:xfrm>
            <a:off x="185544" y="1347697"/>
            <a:ext cx="5543469" cy="461665"/>
          </a:xfrm>
          <a:prstGeom prst="rect">
            <a:avLst/>
          </a:prstGeom>
          <a:noFill/>
        </p:spPr>
        <p:txBody>
          <a:bodyPr wrap="square">
            <a:spAutoFit/>
          </a:bodyPr>
          <a:lstStyle/>
          <a:p>
            <a:r>
              <a:rPr lang="en-US" sz="2400" b="1" dirty="0" err="1">
                <a:latin typeface="Calibri" panose="020F0502020204030204" pitchFamily="34" charset="0"/>
                <a:cs typeface="Calibri" panose="020F0502020204030204" pitchFamily="34" charset="0"/>
              </a:rPr>
              <a:t>Lựa</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chọn</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linh</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kiện</a:t>
            </a:r>
            <a:endParaRPr lang="en-US" sz="2400" b="1"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34C3A87B-F3F2-417D-2712-41425780766B}"/>
              </a:ext>
            </a:extLst>
          </p:cNvPr>
          <p:cNvSpPr txBox="1"/>
          <p:nvPr/>
        </p:nvSpPr>
        <p:spPr>
          <a:xfrm>
            <a:off x="185544" y="1872302"/>
            <a:ext cx="6367656" cy="461665"/>
          </a:xfrm>
          <a:prstGeom prst="rect">
            <a:avLst/>
          </a:prstGeom>
          <a:noFill/>
        </p:spPr>
        <p:txBody>
          <a:bodyPr wrap="square">
            <a:spAutoFit/>
          </a:bodyPr>
          <a:lstStyle/>
          <a:p>
            <a:r>
              <a:rPr lang="en-US" sz="2400" b="1" dirty="0" err="1">
                <a:latin typeface="Calibri" panose="020F0502020204030204" pitchFamily="34" charset="0"/>
                <a:cs typeface="Calibri" panose="020F0502020204030204" pitchFamily="34" charset="0"/>
              </a:rPr>
              <a:t>Lựa</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chọn</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cuộn</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cảm</a:t>
            </a:r>
            <a:endParaRPr lang="en-US" sz="2400" b="1" dirty="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F110D18B-2D06-3650-BBBC-D18C4E931166}"/>
              </a:ext>
            </a:extLst>
          </p:cNvPr>
          <p:cNvSpPr/>
          <p:nvPr/>
        </p:nvSpPr>
        <p:spPr>
          <a:xfrm>
            <a:off x="274320" y="2514097"/>
            <a:ext cx="3247671" cy="10295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DF66465-7348-86BC-6AB3-1E93AF6216F9}"/>
              </a:ext>
            </a:extLst>
          </p:cNvPr>
          <p:cNvSpPr/>
          <p:nvPr/>
        </p:nvSpPr>
        <p:spPr>
          <a:xfrm rot="16200000">
            <a:off x="6634458" y="1626504"/>
            <a:ext cx="436924" cy="8026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4749E24-80BE-D60D-F71F-D883061370D8}"/>
              </a:ext>
            </a:extLst>
          </p:cNvPr>
          <p:cNvSpPr txBox="1"/>
          <p:nvPr/>
        </p:nvSpPr>
        <p:spPr>
          <a:xfrm>
            <a:off x="185544" y="4717469"/>
            <a:ext cx="569530" cy="523220"/>
          </a:xfrm>
          <a:prstGeom prst="rect">
            <a:avLst/>
          </a:prstGeom>
          <a:noFill/>
        </p:spPr>
        <p:txBody>
          <a:bodyPr wrap="square">
            <a:spAutoFit/>
          </a:bodyPr>
          <a:lstStyle/>
          <a:p>
            <a:r>
              <a:rPr kumimoji="0" lang="en-US" altLang="en-US" sz="2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endParaRPr lang="en-US" sz="2800" b="1"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22B1EF5-555E-BA91-FB71-D97360E63EBA}"/>
                  </a:ext>
                </a:extLst>
              </p:cNvPr>
              <p:cNvSpPr txBox="1"/>
              <p:nvPr/>
            </p:nvSpPr>
            <p:spPr>
              <a:xfrm>
                <a:off x="755074" y="4595611"/>
                <a:ext cx="5127942" cy="653577"/>
              </a:xfrm>
              <a:prstGeom prst="rect">
                <a:avLst/>
              </a:prstGeom>
              <a:noFill/>
            </p:spPr>
            <p:txBody>
              <a:bodyPr wrap="none" lIns="0" tIns="0" rIns="0" bIns="0" rtlCol="0">
                <a:spAutoFit/>
              </a:bodyPr>
              <a:lstStyle/>
              <a:p>
                <a14:m>
                  <m:oMath xmlns:m="http://schemas.openxmlformats.org/officeDocument/2006/math">
                    <m:r>
                      <m:rPr>
                        <m:nor/>
                      </m:rPr>
                      <a:rPr lang="en-US" sz="2400" b="0" i="0" smtClean="0">
                        <a:latin typeface="Calibri" panose="020F0502020204030204" pitchFamily="34" charset="0"/>
                        <a:cs typeface="Calibri" panose="020F0502020204030204" pitchFamily="34" charset="0"/>
                      </a:rPr>
                      <m:t>L =</m:t>
                    </m:r>
                    <m:f>
                      <m:fPr>
                        <m:ctrlPr>
                          <a:rPr lang="en-US" sz="2400" b="0" i="0">
                            <a:latin typeface="Calibri" panose="020F0502020204030204" pitchFamily="34" charset="0"/>
                            <a:cs typeface="Calibri" panose="020F0502020204030204" pitchFamily="34" charset="0"/>
                          </a:rPr>
                        </m:ctrlPr>
                      </m:fPr>
                      <m:num>
                        <m:r>
                          <m:rPr>
                            <m:nor/>
                          </m:rPr>
                          <a:rPr lang="en-US" sz="2400" b="0" i="0">
                            <a:latin typeface="Calibri" panose="020F0502020204030204" pitchFamily="34" charset="0"/>
                            <a:cs typeface="Calibri" panose="020F0502020204030204" pitchFamily="34" charset="0"/>
                          </a:rPr>
                          <m:t>5V ​×(24V ​− 5V​)</m:t>
                        </m:r>
                      </m:num>
                      <m:den>
                        <m:r>
                          <m:rPr>
                            <m:nor/>
                          </m:rPr>
                          <a:rPr lang="en-US" sz="2400" b="0" i="0">
                            <a:latin typeface="Calibri" panose="020F0502020204030204" pitchFamily="34" charset="0"/>
                            <a:cs typeface="Calibri" panose="020F0502020204030204" pitchFamily="34" charset="0"/>
                          </a:rPr>
                          <m:t>24V</m:t>
                        </m:r>
                        <m:r>
                          <m:rPr>
                            <m:nor/>
                          </m:rPr>
                          <a:rPr lang="en-US" sz="2400" b="0" i="0" smtClean="0">
                            <a:latin typeface="Calibri" panose="020F0502020204030204" pitchFamily="34" charset="0"/>
                            <a:cs typeface="Calibri" panose="020F0502020204030204" pitchFamily="34" charset="0"/>
                          </a:rPr>
                          <m:t> </m:t>
                        </m:r>
                        <m:r>
                          <m:rPr>
                            <m:nor/>
                          </m:rPr>
                          <a:rPr lang="en-US" sz="2400" b="0" i="0">
                            <a:latin typeface="Calibri" panose="020F0502020204030204" pitchFamily="34" charset="0"/>
                            <a:cs typeface="Calibri" panose="020F0502020204030204" pitchFamily="34" charset="0"/>
                          </a:rPr>
                          <m:t>×</m:t>
                        </m:r>
                        <m:r>
                          <m:rPr>
                            <m:nor/>
                          </m:rPr>
                          <a:rPr lang="en-US" sz="2400" b="0" i="0" smtClean="0">
                            <a:latin typeface="Calibri" panose="020F0502020204030204" pitchFamily="34" charset="0"/>
                            <a:cs typeface="Calibri" panose="020F0502020204030204" pitchFamily="34" charset="0"/>
                          </a:rPr>
                          <m:t> 1.2 </m:t>
                        </m:r>
                        <m:r>
                          <m:rPr>
                            <m:nor/>
                          </m:rPr>
                          <a:rPr lang="en-US" sz="2400" b="0" i="0">
                            <a:latin typeface="Calibri" panose="020F0502020204030204" pitchFamily="34" charset="0"/>
                            <a:cs typeface="Calibri" panose="020F0502020204030204" pitchFamily="34" charset="0"/>
                          </a:rPr>
                          <m:t>​×500,000 Hz.</m:t>
                        </m:r>
                      </m:den>
                    </m:f>
                    <m:r>
                      <m:rPr>
                        <m:nor/>
                      </m:rPr>
                      <a:rPr lang="en-US" sz="2400" b="0" i="0">
                        <a:latin typeface="Calibri" panose="020F0502020204030204" pitchFamily="34" charset="0"/>
                        <a:cs typeface="Calibri" panose="020F0502020204030204" pitchFamily="34" charset="0"/>
                      </a:rPr>
                      <m:t>​​</m:t>
                    </m:r>
                  </m:oMath>
                </a14:m>
                <a:r>
                  <a:rPr lang="en-US" sz="2400" dirty="0">
                    <a:latin typeface="Calibri" panose="020F0502020204030204" pitchFamily="34" charset="0"/>
                    <a:cs typeface="Calibri" panose="020F0502020204030204" pitchFamily="34" charset="0"/>
                  </a:rPr>
                  <a:t> </a:t>
                </a:r>
                <a14:m>
                  <m:oMath xmlns:m="http://schemas.openxmlformats.org/officeDocument/2006/math">
                    <m:r>
                      <m:rPr>
                        <m:nor/>
                      </m:rPr>
                      <a:rPr lang="en-US" sz="2400" b="0" i="0">
                        <a:latin typeface="Calibri" panose="020F0502020204030204" pitchFamily="34" charset="0"/>
                        <a:cs typeface="Calibri" panose="020F0502020204030204" pitchFamily="34" charset="0"/>
                      </a:rPr>
                      <m:t>=</m:t>
                    </m:r>
                    <m:r>
                      <m:rPr>
                        <m:nor/>
                      </m:rPr>
                      <a:rPr lang="en-US" sz="2400" b="0" i="0" smtClean="0">
                        <a:latin typeface="Calibri" panose="020F0502020204030204" pitchFamily="34" charset="0"/>
                        <a:cs typeface="Calibri" panose="020F0502020204030204" pitchFamily="34" charset="0"/>
                      </a:rPr>
                      <m:t> 6.59 x </m:t>
                    </m:r>
                    <m:sSup>
                      <m:sSupPr>
                        <m:ctrlPr>
                          <a:rPr lang="en-US" sz="2400" b="0" i="0">
                            <a:latin typeface="Calibri" panose="020F0502020204030204" pitchFamily="34" charset="0"/>
                            <a:cs typeface="Calibri" panose="020F0502020204030204" pitchFamily="34" charset="0"/>
                          </a:rPr>
                        </m:ctrlPr>
                      </m:sSupPr>
                      <m:e>
                        <m:r>
                          <m:rPr>
                            <m:nor/>
                          </m:rPr>
                          <a:rPr lang="en-US" sz="2400" b="0" i="0">
                            <a:latin typeface="Calibri" panose="020F0502020204030204" pitchFamily="34" charset="0"/>
                            <a:cs typeface="Calibri" panose="020F0502020204030204" pitchFamily="34" charset="0"/>
                          </a:rPr>
                          <m:t>10</m:t>
                        </m:r>
                      </m:e>
                      <m:sup>
                        <m:r>
                          <a:rPr lang="en-US" sz="2400" b="1" i="1" smtClean="0">
                            <a:latin typeface="Cambria Math" panose="02040503050406030204" pitchFamily="18" charset="0"/>
                            <a:cs typeface="Calibri" panose="020F0502020204030204" pitchFamily="34" charset="0"/>
                          </a:rPr>
                          <m:t>−</m:t>
                        </m:r>
                        <m:r>
                          <a:rPr lang="en-US" sz="2400" b="1" i="1" smtClean="0">
                            <a:latin typeface="Cambria Math" panose="02040503050406030204" pitchFamily="18" charset="0"/>
                            <a:cs typeface="Calibri" panose="020F0502020204030204" pitchFamily="34" charset="0"/>
                          </a:rPr>
                          <m:t>𝟔</m:t>
                        </m:r>
                      </m:sup>
                    </m:sSup>
                  </m:oMath>
                </a14:m>
                <a:endParaRPr lang="en-US" sz="2400" dirty="0">
                  <a:latin typeface="Calibri" panose="020F0502020204030204" pitchFamily="34" charset="0"/>
                  <a:cs typeface="Calibri" panose="020F0502020204030204" pitchFamily="34" charset="0"/>
                </a:endParaRPr>
              </a:p>
            </p:txBody>
          </p:sp>
        </mc:Choice>
        <mc:Fallback xmlns="">
          <p:sp>
            <p:nvSpPr>
              <p:cNvPr id="11" name="TextBox 10">
                <a:extLst>
                  <a:ext uri="{FF2B5EF4-FFF2-40B4-BE49-F238E27FC236}">
                    <a16:creationId xmlns:a16="http://schemas.microsoft.com/office/drawing/2014/main" id="{A22B1EF5-555E-BA91-FB71-D97360E63EBA}"/>
                  </a:ext>
                </a:extLst>
              </p:cNvPr>
              <p:cNvSpPr txBox="1">
                <a:spLocks noRot="1" noChangeAspect="1" noMove="1" noResize="1" noEditPoints="1" noAdjustHandles="1" noChangeArrowheads="1" noChangeShapeType="1" noTextEdit="1"/>
              </p:cNvSpPr>
              <p:nvPr/>
            </p:nvSpPr>
            <p:spPr>
              <a:xfrm>
                <a:off x="755074" y="4595611"/>
                <a:ext cx="5127942" cy="6535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5AEA413-C1B7-671B-69E8-E788CD5B256E}"/>
                  </a:ext>
                </a:extLst>
              </p:cNvPr>
              <p:cNvSpPr txBox="1"/>
              <p:nvPr/>
            </p:nvSpPr>
            <p:spPr>
              <a:xfrm>
                <a:off x="185544" y="3911843"/>
                <a:ext cx="4244737" cy="466859"/>
              </a:xfrm>
              <a:prstGeom prst="rect">
                <a:avLst/>
              </a:prstGeom>
              <a:noFill/>
            </p:spPr>
            <p:txBody>
              <a:bodyPr wrap="square">
                <a:spAutoFit/>
              </a:bodyPr>
              <a:lstStyle/>
              <a:p>
                <a14:m>
                  <m:oMath xmlns:m="http://schemas.openxmlformats.org/officeDocument/2006/math">
                    <m:sSub>
                      <m:sSubPr>
                        <m:ctrlPr>
                          <a:rPr lang="el-GR" sz="2400" b="0" i="0">
                            <a:latin typeface="Calibri" panose="020F0502020204030204" pitchFamily="34" charset="0"/>
                            <a:cs typeface="Calibri" panose="020F0502020204030204" pitchFamily="34" charset="0"/>
                          </a:rPr>
                        </m:ctrlPr>
                      </m:sSubPr>
                      <m:e>
                        <m:r>
                          <m:rPr>
                            <m:nor/>
                          </m:rPr>
                          <a:rPr lang="el-GR" sz="2400" b="0" i="0">
                            <a:latin typeface="Calibri" panose="020F0502020204030204" pitchFamily="34" charset="0"/>
                            <a:cs typeface="Calibri" panose="020F0502020204030204" pitchFamily="34" charset="0"/>
                          </a:rPr>
                          <m:t>Δ</m:t>
                        </m:r>
                      </m:e>
                      <m:sub>
                        <m:r>
                          <m:rPr>
                            <m:nor/>
                          </m:rPr>
                          <a:rPr lang="en-US" sz="2400" b="0" i="0">
                            <a:latin typeface="Calibri" panose="020F0502020204030204" pitchFamily="34" charset="0"/>
                            <a:cs typeface="Calibri" panose="020F0502020204030204" pitchFamily="34" charset="0"/>
                          </a:rPr>
                          <m:t>IL</m:t>
                        </m:r>
                      </m:sub>
                    </m:sSub>
                  </m:oMath>
                </a14:m>
                <a:r>
                  <a:rPr lang="en-US" sz="2400" b="1" dirty="0">
                    <a:latin typeface="Calibri" panose="020F0502020204030204" pitchFamily="34" charset="0"/>
                    <a:cs typeface="Calibri" panose="020F0502020204030204" pitchFamily="34" charset="0"/>
                  </a:rPr>
                  <a:t> = 40% ≈ 1.2A</a:t>
                </a:r>
              </a:p>
            </p:txBody>
          </p:sp>
        </mc:Choice>
        <mc:Fallback xmlns="">
          <p:sp>
            <p:nvSpPr>
              <p:cNvPr id="14" name="TextBox 13">
                <a:extLst>
                  <a:ext uri="{FF2B5EF4-FFF2-40B4-BE49-F238E27FC236}">
                    <a16:creationId xmlns:a16="http://schemas.microsoft.com/office/drawing/2014/main" id="{75AEA413-C1B7-671B-69E8-E788CD5B256E}"/>
                  </a:ext>
                </a:extLst>
              </p:cNvPr>
              <p:cNvSpPr txBox="1">
                <a:spLocks noRot="1" noChangeAspect="1" noMove="1" noResize="1" noEditPoints="1" noAdjustHandles="1" noChangeArrowheads="1" noChangeShapeType="1" noTextEdit="1"/>
              </p:cNvSpPr>
              <p:nvPr/>
            </p:nvSpPr>
            <p:spPr>
              <a:xfrm>
                <a:off x="185544" y="3911843"/>
                <a:ext cx="4244737" cy="466859"/>
              </a:xfrm>
              <a:prstGeom prst="rect">
                <a:avLst/>
              </a:prstGeom>
              <a:blipFill>
                <a:blip r:embed="rId6"/>
                <a:stretch>
                  <a:fillRect l="-143" t="-9211" b="-30263"/>
                </a:stretch>
              </a:blipFill>
            </p:spPr>
            <p:txBody>
              <a:bodyPr/>
              <a:lstStyle/>
              <a:p>
                <a:r>
                  <a:rPr lang="en-US">
                    <a:noFill/>
                  </a:rPr>
                  <a:t> </a:t>
                </a:r>
              </a:p>
            </p:txBody>
          </p:sp>
        </mc:Fallback>
      </mc:AlternateContent>
      <p:pic>
        <p:nvPicPr>
          <p:cNvPr id="2050" name="Picture 2" descr="CDRH104R 6.8uH (6R8) SMD Power Inductor buy online at Low Price in ...">
            <a:extLst>
              <a:ext uri="{FF2B5EF4-FFF2-40B4-BE49-F238E27FC236}">
                <a16:creationId xmlns:a16="http://schemas.microsoft.com/office/drawing/2014/main" id="{7416AA7A-1892-36E4-CAB3-6F47DEE70DAA}"/>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10000" b="90000" l="10000" r="90000">
                        <a14:foregroundMark x1="70875" y1="60500" x2="60625" y2="72375"/>
                      </a14:backgroundRemoval>
                    </a14:imgEffect>
                  </a14:imgLayer>
                </a14:imgProps>
              </a:ext>
              <a:ext uri="{28A0092B-C50C-407E-A947-70E740481C1C}">
                <a14:useLocalDpi xmlns:a14="http://schemas.microsoft.com/office/drawing/2010/main" val="0"/>
              </a:ext>
            </a:extLst>
          </a:blip>
          <a:srcRect/>
          <a:stretch>
            <a:fillRect/>
          </a:stretch>
        </p:blipFill>
        <p:spPr bwMode="auto">
          <a:xfrm>
            <a:off x="7165216" y="4551971"/>
            <a:ext cx="1793240" cy="1793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9730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171CE-75F4-850C-F33B-DCF80D6D7AD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5C7FE6-D692-4BE1-FED9-26D76C0822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11" name="Google Shape;120;p5">
            <a:extLst>
              <a:ext uri="{FF2B5EF4-FFF2-40B4-BE49-F238E27FC236}">
                <a16:creationId xmlns:a16="http://schemas.microsoft.com/office/drawing/2014/main" id="{855C9158-93A1-E0B2-8B18-04B2E9002FBB}"/>
              </a:ext>
            </a:extLst>
          </p:cNvPr>
          <p:cNvSpPr txBox="1">
            <a:spLocks/>
          </p:cNvSpPr>
          <p:nvPr/>
        </p:nvSpPr>
        <p:spPr>
          <a:xfrm>
            <a:off x="274320" y="85995"/>
            <a:ext cx="7467600" cy="990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600" b="1" i="0" u="none" strike="noStrike" cap="none">
                <a:solidFill>
                  <a:srgbClr val="00206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pPr algn="l"/>
            <a:r>
              <a:rPr lang="en-US" sz="2200" dirty="0">
                <a:solidFill>
                  <a:schemeClr val="lt1"/>
                </a:solidFill>
              </a:rPr>
              <a:t>3. </a:t>
            </a:r>
            <a:r>
              <a:rPr lang="en-US" sz="2400" dirty="0" err="1">
                <a:solidFill>
                  <a:schemeClr val="lt1"/>
                </a:solidFill>
              </a:rPr>
              <a:t>Xây</a:t>
            </a:r>
            <a:r>
              <a:rPr lang="en-US" sz="2400" dirty="0">
                <a:solidFill>
                  <a:schemeClr val="lt1"/>
                </a:solidFill>
              </a:rPr>
              <a:t> </a:t>
            </a:r>
            <a:r>
              <a:rPr lang="en-US" sz="2400" dirty="0" err="1">
                <a:solidFill>
                  <a:schemeClr val="lt1"/>
                </a:solidFill>
              </a:rPr>
              <a:t>Dựng</a:t>
            </a:r>
            <a:r>
              <a:rPr lang="en-US" sz="2400" dirty="0">
                <a:solidFill>
                  <a:schemeClr val="lt1"/>
                </a:solidFill>
              </a:rPr>
              <a:t> </a:t>
            </a:r>
            <a:r>
              <a:rPr lang="en-US" sz="2400" dirty="0" err="1">
                <a:solidFill>
                  <a:schemeClr val="lt1"/>
                </a:solidFill>
              </a:rPr>
              <a:t>Mạch</a:t>
            </a:r>
            <a:endParaRPr lang="en-US" sz="2400" dirty="0">
              <a:solidFill>
                <a:schemeClr val="lt1"/>
              </a:solidFill>
            </a:endParaRPr>
          </a:p>
        </p:txBody>
      </p:sp>
      <p:pic>
        <p:nvPicPr>
          <p:cNvPr id="3" name="Picture 2">
            <a:extLst>
              <a:ext uri="{FF2B5EF4-FFF2-40B4-BE49-F238E27FC236}">
                <a16:creationId xmlns:a16="http://schemas.microsoft.com/office/drawing/2014/main" id="{96D09626-368F-7E6E-1E14-3C45EB1C9C16}"/>
              </a:ext>
            </a:extLst>
          </p:cNvPr>
          <p:cNvPicPr>
            <a:picLocks noChangeAspect="1"/>
          </p:cNvPicPr>
          <p:nvPr/>
        </p:nvPicPr>
        <p:blipFill>
          <a:blip r:embed="rId3"/>
          <a:stretch>
            <a:fillRect/>
          </a:stretch>
        </p:blipFill>
        <p:spPr>
          <a:xfrm>
            <a:off x="1350285" y="2167212"/>
            <a:ext cx="6330331" cy="4294643"/>
          </a:xfrm>
          <a:prstGeom prst="rect">
            <a:avLst/>
          </a:prstGeom>
        </p:spPr>
      </p:pic>
      <p:sp>
        <p:nvSpPr>
          <p:cNvPr id="5" name="Rectangle 2">
            <a:extLst>
              <a:ext uri="{FF2B5EF4-FFF2-40B4-BE49-F238E27FC236}">
                <a16:creationId xmlns:a16="http://schemas.microsoft.com/office/drawing/2014/main" id="{86516F29-3044-3FF8-8FDB-75A2CD1C3C7E}"/>
              </a:ext>
            </a:extLst>
          </p:cNvPr>
          <p:cNvSpPr>
            <a:spLocks noChangeArrowheads="1"/>
          </p:cNvSpPr>
          <p:nvPr/>
        </p:nvSpPr>
        <p:spPr bwMode="auto">
          <a:xfrm>
            <a:off x="274320" y="1336215"/>
            <a:ext cx="84822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Layout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Khuyến</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Nghị</a:t>
            </a:r>
            <a:endPar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endParaRPr lang="en-US" altLang="en-US" sz="24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6016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A2F8A-6690-E8D1-E403-13FE3909E2B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2" name="Google Shape;120;p5">
            <a:extLst>
              <a:ext uri="{FF2B5EF4-FFF2-40B4-BE49-F238E27FC236}">
                <a16:creationId xmlns:a16="http://schemas.microsoft.com/office/drawing/2014/main" id="{10B44035-9F87-A0A6-13EB-1C149F121FC2}"/>
              </a:ext>
            </a:extLst>
          </p:cNvPr>
          <p:cNvSpPr txBox="1">
            <a:spLocks/>
          </p:cNvSpPr>
          <p:nvPr/>
        </p:nvSpPr>
        <p:spPr>
          <a:xfrm>
            <a:off x="274320" y="85995"/>
            <a:ext cx="7467600" cy="990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600" b="1" i="0" u="none" strike="noStrike" cap="none">
                <a:solidFill>
                  <a:srgbClr val="00206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pPr algn="l"/>
            <a:r>
              <a:rPr lang="en-US" sz="2400" dirty="0">
                <a:solidFill>
                  <a:schemeClr val="lt1"/>
                </a:solidFill>
              </a:rPr>
              <a:t>3. </a:t>
            </a:r>
            <a:r>
              <a:rPr lang="en-US" sz="2400" dirty="0" err="1">
                <a:solidFill>
                  <a:schemeClr val="lt1"/>
                </a:solidFill>
              </a:rPr>
              <a:t>Xây</a:t>
            </a:r>
            <a:r>
              <a:rPr lang="en-US" sz="2400" dirty="0">
                <a:solidFill>
                  <a:schemeClr val="lt1"/>
                </a:solidFill>
              </a:rPr>
              <a:t> </a:t>
            </a:r>
            <a:r>
              <a:rPr lang="en-US" sz="2400" dirty="0" err="1">
                <a:solidFill>
                  <a:schemeClr val="lt1"/>
                </a:solidFill>
              </a:rPr>
              <a:t>Dựng</a:t>
            </a:r>
            <a:r>
              <a:rPr lang="en-US" sz="2400" dirty="0">
                <a:solidFill>
                  <a:schemeClr val="lt1"/>
                </a:solidFill>
              </a:rPr>
              <a:t> </a:t>
            </a:r>
            <a:r>
              <a:rPr lang="en-US" sz="2400" dirty="0" err="1">
                <a:solidFill>
                  <a:schemeClr val="lt1"/>
                </a:solidFill>
              </a:rPr>
              <a:t>Mạch</a:t>
            </a:r>
            <a:endParaRPr lang="en-US" sz="2400" dirty="0">
              <a:solidFill>
                <a:schemeClr val="lt1"/>
              </a:solidFill>
            </a:endParaRPr>
          </a:p>
        </p:txBody>
      </p:sp>
      <p:pic>
        <p:nvPicPr>
          <p:cNvPr id="5" name="Hình ảnh 4">
            <a:extLst>
              <a:ext uri="{FF2B5EF4-FFF2-40B4-BE49-F238E27FC236}">
                <a16:creationId xmlns:a16="http://schemas.microsoft.com/office/drawing/2014/main" id="{1539089A-1EA1-BED8-B365-0882178ADEE3}"/>
              </a:ext>
            </a:extLst>
          </p:cNvPr>
          <p:cNvPicPr>
            <a:picLocks noChangeAspect="1"/>
          </p:cNvPicPr>
          <p:nvPr/>
        </p:nvPicPr>
        <p:blipFill>
          <a:blip r:embed="rId3"/>
          <a:stretch>
            <a:fillRect/>
          </a:stretch>
        </p:blipFill>
        <p:spPr>
          <a:xfrm>
            <a:off x="0" y="2639844"/>
            <a:ext cx="9144000" cy="2867851"/>
          </a:xfrm>
          <a:prstGeom prst="rect">
            <a:avLst/>
          </a:prstGeom>
        </p:spPr>
      </p:pic>
    </p:spTree>
    <p:extLst>
      <p:ext uri="{BB962C8B-B14F-4D97-AF65-F5344CB8AC3E}">
        <p14:creationId xmlns:p14="http://schemas.microsoft.com/office/powerpoint/2010/main" val="3539068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ABA040-E3B8-1F59-B9FD-1DF0CB4FBC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6" name="Picture 5">
            <a:extLst>
              <a:ext uri="{FF2B5EF4-FFF2-40B4-BE49-F238E27FC236}">
                <a16:creationId xmlns:a16="http://schemas.microsoft.com/office/drawing/2014/main" id="{6C00AFBA-4E5F-D606-BB02-3A6EB343174F}"/>
              </a:ext>
            </a:extLst>
          </p:cNvPr>
          <p:cNvPicPr>
            <a:picLocks noChangeAspect="1"/>
          </p:cNvPicPr>
          <p:nvPr/>
        </p:nvPicPr>
        <p:blipFill>
          <a:blip r:embed="rId2"/>
          <a:stretch>
            <a:fillRect/>
          </a:stretch>
        </p:blipFill>
        <p:spPr>
          <a:xfrm>
            <a:off x="87968" y="3722277"/>
            <a:ext cx="4271910" cy="1556908"/>
          </a:xfrm>
          <a:prstGeom prst="rect">
            <a:avLst/>
          </a:prstGeom>
        </p:spPr>
      </p:pic>
      <p:pic>
        <p:nvPicPr>
          <p:cNvPr id="8" name="Picture 7">
            <a:extLst>
              <a:ext uri="{FF2B5EF4-FFF2-40B4-BE49-F238E27FC236}">
                <a16:creationId xmlns:a16="http://schemas.microsoft.com/office/drawing/2014/main" id="{5EA59C56-AE2B-672B-DFB4-39AC818700C2}"/>
              </a:ext>
            </a:extLst>
          </p:cNvPr>
          <p:cNvPicPr>
            <a:picLocks noChangeAspect="1"/>
          </p:cNvPicPr>
          <p:nvPr/>
        </p:nvPicPr>
        <p:blipFill>
          <a:blip r:embed="rId3"/>
          <a:srcRect l="2128"/>
          <a:stretch>
            <a:fillRect/>
          </a:stretch>
        </p:blipFill>
        <p:spPr>
          <a:xfrm>
            <a:off x="4400519" y="1975211"/>
            <a:ext cx="4659012" cy="1581496"/>
          </a:xfrm>
          <a:prstGeom prst="rect">
            <a:avLst/>
          </a:prstGeom>
        </p:spPr>
      </p:pic>
      <p:sp>
        <p:nvSpPr>
          <p:cNvPr id="11" name="Google Shape;120;p5">
            <a:extLst>
              <a:ext uri="{FF2B5EF4-FFF2-40B4-BE49-F238E27FC236}">
                <a16:creationId xmlns:a16="http://schemas.microsoft.com/office/drawing/2014/main" id="{966A3208-014E-7409-4ECD-F6488995E510}"/>
              </a:ext>
            </a:extLst>
          </p:cNvPr>
          <p:cNvSpPr txBox="1">
            <a:spLocks/>
          </p:cNvSpPr>
          <p:nvPr/>
        </p:nvSpPr>
        <p:spPr>
          <a:xfrm>
            <a:off x="274320" y="85995"/>
            <a:ext cx="7467600" cy="990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600" b="1" i="0" u="none" strike="noStrike" cap="none">
                <a:solidFill>
                  <a:srgbClr val="00206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pPr algn="l"/>
            <a:r>
              <a:rPr lang="en-US" sz="2200" dirty="0">
                <a:solidFill>
                  <a:schemeClr val="lt1"/>
                </a:solidFill>
              </a:rPr>
              <a:t>3. </a:t>
            </a:r>
            <a:r>
              <a:rPr lang="en-US" sz="2400" dirty="0" err="1">
                <a:solidFill>
                  <a:schemeClr val="lt1"/>
                </a:solidFill>
              </a:rPr>
              <a:t>Xây</a:t>
            </a:r>
            <a:r>
              <a:rPr lang="en-US" sz="2400" dirty="0">
                <a:solidFill>
                  <a:schemeClr val="lt1"/>
                </a:solidFill>
              </a:rPr>
              <a:t> </a:t>
            </a:r>
            <a:r>
              <a:rPr lang="en-US" sz="2400" dirty="0" err="1">
                <a:solidFill>
                  <a:schemeClr val="lt1"/>
                </a:solidFill>
              </a:rPr>
              <a:t>Dựng</a:t>
            </a:r>
            <a:r>
              <a:rPr lang="en-US" sz="2400" dirty="0">
                <a:solidFill>
                  <a:schemeClr val="lt1"/>
                </a:solidFill>
              </a:rPr>
              <a:t> </a:t>
            </a:r>
            <a:r>
              <a:rPr lang="en-US" sz="2400" dirty="0" err="1">
                <a:solidFill>
                  <a:schemeClr val="lt1"/>
                </a:solidFill>
              </a:rPr>
              <a:t>Mạch</a:t>
            </a:r>
            <a:endParaRPr lang="en-US" sz="2400" dirty="0">
              <a:solidFill>
                <a:schemeClr val="lt1"/>
              </a:solidFill>
            </a:endParaRPr>
          </a:p>
        </p:txBody>
      </p:sp>
      <p:pic>
        <p:nvPicPr>
          <p:cNvPr id="7" name="Picture 6">
            <a:extLst>
              <a:ext uri="{FF2B5EF4-FFF2-40B4-BE49-F238E27FC236}">
                <a16:creationId xmlns:a16="http://schemas.microsoft.com/office/drawing/2014/main" id="{6F979913-BBD5-F77C-6590-0E353D87DFCA}"/>
              </a:ext>
            </a:extLst>
          </p:cNvPr>
          <p:cNvPicPr>
            <a:picLocks noChangeAspect="1"/>
          </p:cNvPicPr>
          <p:nvPr/>
        </p:nvPicPr>
        <p:blipFill>
          <a:blip r:embed="rId4"/>
          <a:stretch>
            <a:fillRect/>
          </a:stretch>
        </p:blipFill>
        <p:spPr>
          <a:xfrm>
            <a:off x="87968" y="1975211"/>
            <a:ext cx="4271911" cy="1581496"/>
          </a:xfrm>
          <a:prstGeom prst="rect">
            <a:avLst/>
          </a:prstGeom>
        </p:spPr>
      </p:pic>
      <p:pic>
        <p:nvPicPr>
          <p:cNvPr id="12" name="Picture 11">
            <a:extLst>
              <a:ext uri="{FF2B5EF4-FFF2-40B4-BE49-F238E27FC236}">
                <a16:creationId xmlns:a16="http://schemas.microsoft.com/office/drawing/2014/main" id="{A180F8C7-2DD5-D71F-AB1F-0661817D28D7}"/>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5900"/>
                    </a14:imgEffect>
                  </a14:imgLayer>
                </a14:imgProps>
              </a:ext>
            </a:extLst>
          </a:blip>
          <a:stretch>
            <a:fillRect/>
          </a:stretch>
        </p:blipFill>
        <p:spPr>
          <a:xfrm>
            <a:off x="4571999" y="3689361"/>
            <a:ext cx="4360127" cy="1564056"/>
          </a:xfrm>
          <a:prstGeom prst="rect">
            <a:avLst/>
          </a:prstGeom>
        </p:spPr>
      </p:pic>
    </p:spTree>
    <p:extLst>
      <p:ext uri="{BB962C8B-B14F-4D97-AF65-F5344CB8AC3E}">
        <p14:creationId xmlns:p14="http://schemas.microsoft.com/office/powerpoint/2010/main" val="2957649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168C8C4-2677-B0AC-A433-EB68683F79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dirty="0"/>
          </a:p>
        </p:txBody>
      </p:sp>
      <p:sp>
        <p:nvSpPr>
          <p:cNvPr id="5" name="Google Shape;120;p5">
            <a:extLst>
              <a:ext uri="{FF2B5EF4-FFF2-40B4-BE49-F238E27FC236}">
                <a16:creationId xmlns:a16="http://schemas.microsoft.com/office/drawing/2014/main" id="{93FC1257-4FA8-36F5-648F-751842A198DF}"/>
              </a:ext>
            </a:extLst>
          </p:cNvPr>
          <p:cNvSpPr txBox="1">
            <a:spLocks/>
          </p:cNvSpPr>
          <p:nvPr/>
        </p:nvSpPr>
        <p:spPr>
          <a:xfrm>
            <a:off x="274320" y="85995"/>
            <a:ext cx="7467600" cy="990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600" b="1" i="0" u="none" strike="noStrike" cap="none">
                <a:solidFill>
                  <a:srgbClr val="00206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600" b="1" i="0" u="none" strike="noStrike" cap="none">
                <a:solidFill>
                  <a:srgbClr val="FFFF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pPr algn="l"/>
            <a:r>
              <a:rPr lang="en-US" sz="2200" dirty="0">
                <a:solidFill>
                  <a:schemeClr val="lt1"/>
                </a:solidFill>
              </a:rPr>
              <a:t>4. </a:t>
            </a:r>
            <a:r>
              <a:rPr lang="en-US" sz="2400" dirty="0" err="1">
                <a:solidFill>
                  <a:schemeClr val="lt1"/>
                </a:solidFill>
              </a:rPr>
              <a:t>Kiểm</a:t>
            </a:r>
            <a:r>
              <a:rPr lang="en-US" sz="2400" dirty="0">
                <a:solidFill>
                  <a:schemeClr val="lt1"/>
                </a:solidFill>
              </a:rPr>
              <a:t> </a:t>
            </a:r>
            <a:r>
              <a:rPr lang="en-US" sz="2400" dirty="0" err="1">
                <a:solidFill>
                  <a:schemeClr val="lt1"/>
                </a:solidFill>
              </a:rPr>
              <a:t>Chứng</a:t>
            </a:r>
            <a:r>
              <a:rPr lang="en-US" sz="2400" dirty="0">
                <a:solidFill>
                  <a:schemeClr val="lt1"/>
                </a:solidFill>
              </a:rPr>
              <a:t> </a:t>
            </a:r>
            <a:r>
              <a:rPr lang="en-US" sz="2400" dirty="0" err="1">
                <a:solidFill>
                  <a:schemeClr val="lt1"/>
                </a:solidFill>
              </a:rPr>
              <a:t>Thực</a:t>
            </a:r>
            <a:r>
              <a:rPr lang="en-US" sz="2400" dirty="0">
                <a:solidFill>
                  <a:schemeClr val="lt1"/>
                </a:solidFill>
              </a:rPr>
              <a:t> </a:t>
            </a:r>
            <a:r>
              <a:rPr lang="en-US" sz="2400" dirty="0" err="1">
                <a:solidFill>
                  <a:schemeClr val="lt1"/>
                </a:solidFill>
              </a:rPr>
              <a:t>Tế</a:t>
            </a:r>
            <a:endParaRPr lang="en-US" sz="2400" dirty="0">
              <a:solidFill>
                <a:schemeClr val="lt1"/>
              </a:solidFill>
            </a:endParaRPr>
          </a:p>
        </p:txBody>
      </p:sp>
      <p:pic>
        <p:nvPicPr>
          <p:cNvPr id="7" name="Picture 6">
            <a:extLst>
              <a:ext uri="{FF2B5EF4-FFF2-40B4-BE49-F238E27FC236}">
                <a16:creationId xmlns:a16="http://schemas.microsoft.com/office/drawing/2014/main" id="{C000D23D-57A0-A11C-FD0C-9E6ECE0B7827}"/>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5052760" y="1316983"/>
            <a:ext cx="3634040" cy="2463279"/>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8004D0F-81DB-FF87-D604-F08433CFD9EF}"/>
                  </a:ext>
                </a:extLst>
              </p:cNvPr>
              <p:cNvSpPr txBox="1"/>
              <p:nvPr/>
            </p:nvSpPr>
            <p:spPr>
              <a:xfrm>
                <a:off x="274320" y="3018469"/>
                <a:ext cx="2927839" cy="680636"/>
              </a:xfrm>
              <a:prstGeom prst="rect">
                <a:avLst/>
              </a:prstGeom>
              <a:noFill/>
            </p:spPr>
            <p:txBody>
              <a:bodyPr wrap="square" lIns="0" tIns="0" rIns="0" bIns="0" rtlCol="0">
                <a:spAutoFit/>
              </a:bodyPr>
              <a:lstStyle/>
              <a:p>
                <a:pPr/>
                <a14:m>
                  <m:oMathPara xmlns:m="http://schemas.openxmlformats.org/officeDocument/2006/math">
                    <m:oMath>
                      <m:sSub>
                        <m:sSubPr>
                          <m:ctrlPr>
                            <a:rPr lang="en-US" sz="2400" b="0" i="0">
                              <a:latin typeface="Calibri" panose="020F0502020204030204" pitchFamily="34" charset="0"/>
                              <a:cs typeface="Calibri" panose="020F0502020204030204" pitchFamily="34" charset="0"/>
                            </a:rPr>
                          </m:ctrlPr>
                        </m:sSubPr>
                        <m:e>
                          <m:r>
                            <m:rPr>
                              <m:nor/>
                            </m:rPr>
                            <a:rPr lang="en-US" sz="2400" b="0" i="0">
                              <a:latin typeface="Calibri" panose="020F0502020204030204" pitchFamily="34" charset="0"/>
                              <a:cs typeface="Calibri" panose="020F0502020204030204" pitchFamily="34" charset="0"/>
                            </a:rPr>
                            <m:t>V</m:t>
                          </m:r>
                        </m:e>
                        <m:sub>
                          <m:r>
                            <m:rPr>
                              <m:nor/>
                            </m:rPr>
                            <a:rPr lang="en-US" sz="2400" b="0" i="0">
                              <a:latin typeface="Calibri" panose="020F0502020204030204" pitchFamily="34" charset="0"/>
                              <a:cs typeface="Calibri" panose="020F0502020204030204" pitchFamily="34" charset="0"/>
                            </a:rPr>
                            <m:t>OUT</m:t>
                          </m:r>
                        </m:sub>
                      </m:sSub>
                      <m:r>
                        <m:rPr>
                          <m:nor/>
                        </m:rPr>
                        <a:rPr lang="en-US" sz="2400" b="0" i="0">
                          <a:latin typeface="Calibri" panose="020F0502020204030204" pitchFamily="34" charset="0"/>
                          <a:cs typeface="Calibri" panose="020F0502020204030204" pitchFamily="34" charset="0"/>
                        </a:rPr>
                        <m:t>=</m:t>
                      </m:r>
                      <m:sSub>
                        <m:sSubPr>
                          <m:ctrlPr>
                            <a:rPr lang="en-US" sz="2400" b="0" i="0" smtClean="0">
                              <a:latin typeface="Calibri" panose="020F0502020204030204" pitchFamily="34" charset="0"/>
                              <a:cs typeface="Calibri" panose="020F0502020204030204" pitchFamily="34" charset="0"/>
                            </a:rPr>
                          </m:ctrlPr>
                        </m:sSubPr>
                        <m:e>
                          <m:r>
                            <m:rPr>
                              <m:nor/>
                            </m:rPr>
                            <a:rPr lang="en-US" sz="2400" b="0" i="0" smtClean="0">
                              <a:latin typeface="Calibri" panose="020F0502020204030204" pitchFamily="34" charset="0"/>
                              <a:cs typeface="Calibri" panose="020F0502020204030204" pitchFamily="34" charset="0"/>
                            </a:rPr>
                            <m:t> </m:t>
                          </m:r>
                          <m:r>
                            <m:rPr>
                              <m:nor/>
                            </m:rPr>
                            <a:rPr lang="en-US" sz="2400" b="0" i="0">
                              <a:latin typeface="Calibri" panose="020F0502020204030204" pitchFamily="34" charset="0"/>
                              <a:cs typeface="Calibri" panose="020F0502020204030204" pitchFamily="34" charset="0"/>
                            </a:rPr>
                            <m:t>V</m:t>
                          </m:r>
                        </m:e>
                        <m:sub>
                          <m:r>
                            <m:rPr>
                              <m:nor/>
                            </m:rPr>
                            <a:rPr lang="en-US" sz="2400" b="0" i="0" smtClean="0">
                              <a:latin typeface="Calibri" panose="020F0502020204030204" pitchFamily="34" charset="0"/>
                              <a:cs typeface="Calibri" panose="020F0502020204030204" pitchFamily="34" charset="0"/>
                            </a:rPr>
                            <m:t>FB </m:t>
                          </m:r>
                        </m:sub>
                      </m:sSub>
                      <m:r>
                        <m:rPr>
                          <m:nor/>
                        </m:rPr>
                        <a:rPr lang="en-US" sz="2400" b="0" i="0">
                          <a:latin typeface="Calibri" panose="020F0502020204030204" pitchFamily="34" charset="0"/>
                          <a:cs typeface="Calibri" panose="020F0502020204030204" pitchFamily="34" charset="0"/>
                        </a:rPr>
                        <m:t>×</m:t>
                      </m:r>
                      <m:r>
                        <m:rPr>
                          <m:nor/>
                        </m:rPr>
                        <a:rPr lang="en-US" sz="2400" b="0" i="0" smtClean="0">
                          <a:latin typeface="Calibri" panose="020F0502020204030204" pitchFamily="34" charset="0"/>
                          <a:cs typeface="Calibri" panose="020F0502020204030204" pitchFamily="34" charset="0"/>
                        </a:rPr>
                        <m:t> </m:t>
                      </m:r>
                      <m:r>
                        <m:rPr>
                          <m:nor/>
                        </m:rPr>
                        <a:rPr lang="en-US" sz="2400" b="0" i="0">
                          <a:latin typeface="Calibri" panose="020F0502020204030204" pitchFamily="34" charset="0"/>
                          <a:cs typeface="Calibri" panose="020F0502020204030204" pitchFamily="34" charset="0"/>
                        </a:rPr>
                        <m:t>(</m:t>
                      </m:r>
                      <m:r>
                        <m:rPr>
                          <m:nor/>
                        </m:rPr>
                        <a:rPr lang="en-US" sz="2400" b="0" i="0" smtClean="0">
                          <a:latin typeface="Calibri" panose="020F0502020204030204" pitchFamily="34" charset="0"/>
                          <a:cs typeface="Calibri" panose="020F0502020204030204" pitchFamily="34" charset="0"/>
                        </a:rPr>
                        <m:t>1+</m:t>
                      </m:r>
                      <m:f>
                        <m:fPr>
                          <m:ctrlPr>
                            <a:rPr lang="en-US" sz="2400" b="0" i="0">
                              <a:latin typeface="Calibri" panose="020F0502020204030204" pitchFamily="34" charset="0"/>
                              <a:cs typeface="Calibri" panose="020F0502020204030204" pitchFamily="34" charset="0"/>
                            </a:rPr>
                          </m:ctrlPr>
                        </m:fPr>
                        <m:num>
                          <m:r>
                            <m:rPr>
                              <m:nor/>
                            </m:rPr>
                            <a:rPr lang="en-US" sz="2400" b="0" i="0">
                              <a:latin typeface="Calibri" panose="020F0502020204030204" pitchFamily="34" charset="0"/>
                              <a:cs typeface="Calibri" panose="020F0502020204030204" pitchFamily="34" charset="0"/>
                            </a:rPr>
                            <m:t>R</m:t>
                          </m:r>
                          <m:r>
                            <m:rPr>
                              <m:nor/>
                            </m:rPr>
                            <a:rPr lang="en-US" sz="2400" b="0" i="0" smtClean="0">
                              <a:latin typeface="Calibri" panose="020F0502020204030204" pitchFamily="34" charset="0"/>
                              <a:cs typeface="Calibri" panose="020F0502020204030204" pitchFamily="34" charset="0"/>
                            </a:rPr>
                            <m:t>1</m:t>
                          </m:r>
                        </m:num>
                        <m:den>
                          <m:r>
                            <m:rPr>
                              <m:nor/>
                            </m:rPr>
                            <a:rPr lang="en-US" sz="2400" b="0" i="0">
                              <a:latin typeface="Calibri" panose="020F0502020204030204" pitchFamily="34" charset="0"/>
                              <a:cs typeface="Calibri" panose="020F0502020204030204" pitchFamily="34" charset="0"/>
                            </a:rPr>
                            <m:t>R2</m:t>
                          </m:r>
                        </m:den>
                      </m:f>
                      <m:r>
                        <m:rPr>
                          <m:nor/>
                        </m:rPr>
                        <a:rPr lang="en-US" sz="2400" b="0" i="0">
                          <a:latin typeface="Calibri" panose="020F0502020204030204" pitchFamily="34" charset="0"/>
                          <a:cs typeface="Calibri" panose="020F0502020204030204" pitchFamily="34" charset="0"/>
                        </a:rPr>
                        <m:t>​​)</m:t>
                      </m:r>
                    </m:oMath>
                  </m:oMathPara>
                </a14:m>
                <a:endParaRPr lang="en-US" sz="2400" b="1" dirty="0">
                  <a:latin typeface="Calibri" panose="020F0502020204030204" pitchFamily="34" charset="0"/>
                  <a:cs typeface="Calibri" panose="020F0502020204030204" pitchFamily="34" charset="0"/>
                </a:endParaRPr>
              </a:p>
            </p:txBody>
          </p:sp>
        </mc:Choice>
        <mc:Fallback xmlns="">
          <p:sp>
            <p:nvSpPr>
              <p:cNvPr id="9" name="TextBox 8">
                <a:extLst>
                  <a:ext uri="{FF2B5EF4-FFF2-40B4-BE49-F238E27FC236}">
                    <a16:creationId xmlns:a16="http://schemas.microsoft.com/office/drawing/2014/main" id="{B8004D0F-81DB-FF87-D604-F08433CFD9EF}"/>
                  </a:ext>
                </a:extLst>
              </p:cNvPr>
              <p:cNvSpPr txBox="1">
                <a:spLocks noRot="1" noChangeAspect="1" noMove="1" noResize="1" noEditPoints="1" noAdjustHandles="1" noChangeArrowheads="1" noChangeShapeType="1" noTextEdit="1"/>
              </p:cNvSpPr>
              <p:nvPr/>
            </p:nvSpPr>
            <p:spPr>
              <a:xfrm>
                <a:off x="274320" y="3018469"/>
                <a:ext cx="2927839" cy="68063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5E976B5-8771-C755-B6AA-97654DC8AC11}"/>
                  </a:ext>
                </a:extLst>
              </p:cNvPr>
              <p:cNvSpPr txBox="1"/>
              <p:nvPr/>
            </p:nvSpPr>
            <p:spPr>
              <a:xfrm>
                <a:off x="423858" y="3918460"/>
                <a:ext cx="3715639" cy="980974"/>
              </a:xfrm>
              <a:prstGeom prst="rect">
                <a:avLst/>
              </a:prstGeom>
              <a:noFill/>
            </p:spPr>
            <p:txBody>
              <a:bodyPr wrap="square" lIns="0" tIns="0" rIns="0" bIns="0" rtlCol="0">
                <a:spAutoFit/>
              </a:bodyPr>
              <a:lstStyle/>
              <a:p>
                <a14:m>
                  <m:oMath xmlns:m="http://schemas.openxmlformats.org/officeDocument/2006/math">
                    <m:r>
                      <m:rPr>
                        <m:nor/>
                      </m:rPr>
                      <a:rPr lang="en-US" sz="2400" b="0" i="0" smtClean="0">
                        <a:latin typeface="Calibri" panose="020F0502020204030204" pitchFamily="34" charset="0"/>
                        <a:cs typeface="Calibri" panose="020F0502020204030204" pitchFamily="34" charset="0"/>
                      </a:rPr>
                      <m:t>0.8 × (1 + </m:t>
                    </m:r>
                    <m:f>
                      <m:fPr>
                        <m:ctrlPr>
                          <a:rPr lang="en-US" sz="2400" b="0" i="0" smtClean="0">
                            <a:latin typeface="Calibri" panose="020F0502020204030204" pitchFamily="34" charset="0"/>
                            <a:cs typeface="Calibri" panose="020F0502020204030204" pitchFamily="34" charset="0"/>
                          </a:rPr>
                        </m:ctrlPr>
                      </m:fPr>
                      <m:num>
                        <m:r>
                          <m:rPr>
                            <m:nor/>
                          </m:rPr>
                          <a:rPr lang="en-US" sz="2400" b="0" i="0" smtClean="0">
                            <a:latin typeface="Calibri" panose="020F0502020204030204" pitchFamily="34" charset="0"/>
                            <a:cs typeface="Calibri" panose="020F0502020204030204" pitchFamily="34" charset="0"/>
                          </a:rPr>
                          <m:t>160</m:t>
                        </m:r>
                        <m:r>
                          <m:rPr>
                            <m:nor/>
                          </m:rPr>
                          <a:rPr lang="en-US" sz="2400" b="0" i="0" dirty="0"/>
                          <m:t>k</m:t>
                        </m:r>
                      </m:num>
                      <m:den>
                        <m:r>
                          <m:rPr>
                            <m:nor/>
                          </m:rPr>
                          <a:rPr lang="en-US" sz="2400" b="0" i="0" smtClean="0">
                            <a:latin typeface="Calibri" panose="020F0502020204030204" pitchFamily="34" charset="0"/>
                            <a:cs typeface="Calibri" panose="020F0502020204030204" pitchFamily="34" charset="0"/>
                          </a:rPr>
                          <m:t>3</m:t>
                        </m:r>
                        <m:r>
                          <m:rPr>
                            <m:nor/>
                          </m:rPr>
                          <a:rPr lang="en-US" sz="2400" b="0" i="0">
                            <a:latin typeface="Calibri" panose="020F0502020204030204" pitchFamily="34" charset="0"/>
                            <a:cs typeface="Calibri" panose="020F0502020204030204" pitchFamily="34" charset="0"/>
                          </a:rPr>
                          <m:t>0</m:t>
                        </m:r>
                        <m:r>
                          <m:rPr>
                            <m:nor/>
                          </m:rPr>
                          <a:rPr lang="en-US" sz="2400" b="0" i="0" dirty="0"/>
                          <m:t>k</m:t>
                        </m:r>
                      </m:den>
                    </m:f>
                    <m:r>
                      <m:rPr>
                        <m:nor/>
                      </m:rPr>
                      <a:rPr lang="en-US" sz="2400" b="0" i="0">
                        <a:latin typeface="Calibri" panose="020F0502020204030204" pitchFamily="34" charset="0"/>
                        <a:cs typeface="Calibri" panose="020F0502020204030204" pitchFamily="34" charset="0"/>
                      </a:rPr>
                      <m:t>​​)</m:t>
                    </m:r>
                  </m:oMath>
                </a14:m>
                <a:r>
                  <a:rPr lang="en-US" sz="2400" b="1" dirty="0">
                    <a:latin typeface="Calibri" panose="020F0502020204030204" pitchFamily="34" charset="0"/>
                    <a:cs typeface="Calibri" panose="020F0502020204030204" pitchFamily="34" charset="0"/>
                  </a:rPr>
                  <a:t> = </a:t>
                </a:r>
                <a:r>
                  <a:rPr lang="en-US" sz="2400" b="1" dirty="0" err="1">
                    <a:latin typeface="Calibri" panose="020F0502020204030204" pitchFamily="34" charset="0"/>
                    <a:cs typeface="Calibri" panose="020F0502020204030204" pitchFamily="34" charset="0"/>
                  </a:rPr>
                  <a:t>Vout</a:t>
                </a:r>
                <a:endParaRPr lang="en-US" sz="2400" b="1" dirty="0">
                  <a:latin typeface="Calibri" panose="020F0502020204030204" pitchFamily="34" charset="0"/>
                  <a:cs typeface="Calibri" panose="020F0502020204030204" pitchFamily="34" charset="0"/>
                  <a:sym typeface="Wingdings" panose="05000000000000000000" pitchFamily="2" charset="2"/>
                </a:endParaRPr>
              </a:p>
              <a:p>
                <a:endParaRPr lang="en-US" sz="2400" b="1" dirty="0">
                  <a:latin typeface="Calibri" panose="020F0502020204030204" pitchFamily="34" charset="0"/>
                  <a:cs typeface="Calibri" panose="020F0502020204030204" pitchFamily="34" charset="0"/>
                  <a:sym typeface="Wingdings" panose="05000000000000000000" pitchFamily="2" charset="2"/>
                </a:endParaRPr>
              </a:p>
            </p:txBody>
          </p:sp>
        </mc:Choice>
        <mc:Fallback xmlns="">
          <p:sp>
            <p:nvSpPr>
              <p:cNvPr id="10" name="TextBox 9">
                <a:extLst>
                  <a:ext uri="{FF2B5EF4-FFF2-40B4-BE49-F238E27FC236}">
                    <a16:creationId xmlns:a16="http://schemas.microsoft.com/office/drawing/2014/main" id="{55E976B5-8771-C755-B6AA-97654DC8AC11}"/>
                  </a:ext>
                </a:extLst>
              </p:cNvPr>
              <p:cNvSpPr txBox="1">
                <a:spLocks noRot="1" noChangeAspect="1" noMove="1" noResize="1" noEditPoints="1" noAdjustHandles="1" noChangeArrowheads="1" noChangeShapeType="1" noTextEdit="1"/>
              </p:cNvSpPr>
              <p:nvPr/>
            </p:nvSpPr>
            <p:spPr>
              <a:xfrm>
                <a:off x="423858" y="3918460"/>
                <a:ext cx="3715639" cy="980974"/>
              </a:xfrm>
              <a:prstGeom prst="rect">
                <a:avLst/>
              </a:prstGeom>
              <a:blipFill>
                <a:blip r:embed="rId5"/>
                <a:stretch>
                  <a:fillRect/>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BAA932CD-9CDE-A9BB-6CA8-9BF22925376F}"/>
              </a:ext>
            </a:extLst>
          </p:cNvPr>
          <p:cNvSpPr/>
          <p:nvPr/>
        </p:nvSpPr>
        <p:spPr>
          <a:xfrm>
            <a:off x="274320" y="4853281"/>
            <a:ext cx="3440810" cy="8579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
            <a:extLst>
              <a:ext uri="{FF2B5EF4-FFF2-40B4-BE49-F238E27FC236}">
                <a16:creationId xmlns:a16="http://schemas.microsoft.com/office/drawing/2014/main" id="{6ABED72D-494F-D709-9B18-7C849BA3739A}"/>
              </a:ext>
            </a:extLst>
          </p:cNvPr>
          <p:cNvSpPr>
            <a:spLocks noChangeArrowheads="1"/>
          </p:cNvSpPr>
          <p:nvPr/>
        </p:nvSpPr>
        <p:spPr bwMode="auto">
          <a:xfrm>
            <a:off x="274320" y="1818140"/>
            <a:ext cx="857671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ClrTx/>
              <a:buFont typeface="Arial" panose="020B0604020202020204" pitchFamily="34" charset="0"/>
              <a:buChar char="•"/>
            </a:pPr>
            <a:r>
              <a:rPr lang="en-US" altLang="en-US" sz="2400" dirty="0" err="1">
                <a:solidFill>
                  <a:schemeClr val="tx1"/>
                </a:solidFill>
                <a:latin typeface="Calibri" panose="020F0502020204030204" pitchFamily="34" charset="0"/>
                <a:cs typeface="Calibri" panose="020F0502020204030204" pitchFamily="34" charset="0"/>
              </a:rPr>
              <a:t>Với</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b="1" dirty="0">
                <a:solidFill>
                  <a:schemeClr val="tx1"/>
                </a:solidFill>
                <a:latin typeface="Calibri" panose="020F0502020204030204" pitchFamily="34" charset="0"/>
                <a:cs typeface="Calibri" panose="020F0502020204030204" pitchFamily="34" charset="0"/>
              </a:rPr>
              <a:t>R2 = 30</a:t>
            </a:r>
            <a:r>
              <a:rPr lang="en-US" sz="2400" b="1" dirty="0"/>
              <a:t> k</a:t>
            </a:r>
            <a:r>
              <a:rPr lang="el-GR" sz="2400" b="1" dirty="0"/>
              <a:t>Ω</a:t>
            </a:r>
            <a:endParaRPr lang="en-US" sz="2400" b="1" dirty="0"/>
          </a:p>
          <a:p>
            <a:pPr marL="342900" indent="-342900" eaLnBrk="0" fontAlgn="base" hangingPunct="0">
              <a:spcBef>
                <a:spcPct val="0"/>
              </a:spcBef>
              <a:spcAft>
                <a:spcPct val="0"/>
              </a:spcAft>
              <a:buClrTx/>
              <a:buFont typeface="Arial" panose="020B0604020202020204" pitchFamily="34" charset="0"/>
              <a:buChar char="•"/>
            </a:pPr>
            <a:r>
              <a:rPr lang="en-US" altLang="en-US" sz="2400" dirty="0" err="1">
                <a:solidFill>
                  <a:schemeClr val="tx1"/>
                </a:solidFill>
                <a:latin typeface="Calibri" panose="020F0502020204030204" pitchFamily="34" charset="0"/>
                <a:cs typeface="Calibri" panose="020F0502020204030204" pitchFamily="34" charset="0"/>
              </a:rPr>
              <a:t>Với</a:t>
            </a:r>
            <a:r>
              <a:rPr lang="en-US" altLang="en-US" sz="2400" dirty="0">
                <a:solidFill>
                  <a:schemeClr val="tx1"/>
                </a:solidFill>
                <a:latin typeface="Calibri" panose="020F0502020204030204" pitchFamily="34" charset="0"/>
                <a:cs typeface="Calibri" panose="020F0502020204030204" pitchFamily="34" charset="0"/>
              </a:rPr>
              <a:t> </a:t>
            </a:r>
            <a:r>
              <a:rPr lang="en-US" altLang="en-US" sz="2400" b="1" dirty="0">
                <a:solidFill>
                  <a:schemeClr val="tx1"/>
                </a:solidFill>
                <a:latin typeface="Calibri" panose="020F0502020204030204" pitchFamily="34" charset="0"/>
                <a:cs typeface="Calibri" panose="020F0502020204030204" pitchFamily="34" charset="0"/>
              </a:rPr>
              <a:t>R1 = 160 </a:t>
            </a:r>
            <a:r>
              <a:rPr lang="en-US" sz="2400" b="1" dirty="0"/>
              <a:t>k</a:t>
            </a:r>
            <a:r>
              <a:rPr lang="el-GR" sz="2400" b="1" dirty="0"/>
              <a:t>Ω</a:t>
            </a:r>
            <a:endParaRPr lang="en-US" sz="2400" b="1" dirty="0">
              <a:solidFill>
                <a:schemeClr val="tx1"/>
              </a:solidFill>
              <a:latin typeface="Calibri" panose="020F0502020204030204" pitchFamily="34" charset="0"/>
              <a:cs typeface="Calibri" panose="020F0502020204030204" pitchFamily="34" charset="0"/>
            </a:endParaRPr>
          </a:p>
          <a:p>
            <a:pPr marL="342900" indent="-342900" eaLnBrk="0" fontAlgn="base" hangingPunct="0">
              <a:spcBef>
                <a:spcPct val="0"/>
              </a:spcBef>
              <a:spcAft>
                <a:spcPct val="0"/>
              </a:spcAft>
              <a:buClrTx/>
              <a:buFont typeface="Arial" panose="020B0604020202020204" pitchFamily="34" charset="0"/>
              <a:buChar char="•"/>
            </a:pPr>
            <a:r>
              <a:rPr lang="en-US" sz="2400" b="1" dirty="0">
                <a:solidFill>
                  <a:schemeClr val="tx1"/>
                </a:solidFill>
                <a:latin typeface="Calibri" panose="020F0502020204030204" pitchFamily="34" charset="0"/>
                <a:cs typeface="Calibri" panose="020F0502020204030204" pitchFamily="34" charset="0"/>
              </a:rPr>
              <a:t>VIN = 20.2V</a:t>
            </a:r>
            <a:endParaRPr lang="en-US" sz="2400" b="1" dirty="0"/>
          </a:p>
        </p:txBody>
      </p:sp>
      <p:sp>
        <p:nvSpPr>
          <p:cNvPr id="15" name="TextBox 14">
            <a:extLst>
              <a:ext uri="{FF2B5EF4-FFF2-40B4-BE49-F238E27FC236}">
                <a16:creationId xmlns:a16="http://schemas.microsoft.com/office/drawing/2014/main" id="{2D871C4A-FD5B-DA6B-B0FF-AE2FAD4352CE}"/>
              </a:ext>
            </a:extLst>
          </p:cNvPr>
          <p:cNvSpPr txBox="1"/>
          <p:nvPr/>
        </p:nvSpPr>
        <p:spPr>
          <a:xfrm>
            <a:off x="441588" y="5051403"/>
            <a:ext cx="3440810" cy="461665"/>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sym typeface="Wingdings" panose="05000000000000000000" pitchFamily="2" charset="2"/>
              </a:rPr>
              <a:t>=&gt; </a:t>
            </a:r>
            <a:r>
              <a:rPr lang="en-US" sz="2400" b="1" dirty="0" err="1">
                <a:latin typeface="Calibri" panose="020F0502020204030204" pitchFamily="34" charset="0"/>
                <a:cs typeface="Calibri" panose="020F0502020204030204" pitchFamily="34" charset="0"/>
                <a:sym typeface="Wingdings" panose="05000000000000000000" pitchFamily="2" charset="2"/>
              </a:rPr>
              <a:t>Vout</a:t>
            </a:r>
            <a:r>
              <a:rPr lang="en-US" sz="2400" b="1" dirty="0">
                <a:latin typeface="Calibri" panose="020F0502020204030204" pitchFamily="34" charset="0"/>
                <a:cs typeface="Calibri" panose="020F0502020204030204" pitchFamily="34" charset="0"/>
                <a:sym typeface="Wingdings" panose="05000000000000000000" pitchFamily="2" charset="2"/>
              </a:rPr>
              <a:t> ≈ 5,067V ± 1%</a:t>
            </a:r>
            <a:endParaRPr lang="en-US" sz="2400" b="1" dirty="0">
              <a:latin typeface="Calibri" panose="020F0502020204030204" pitchFamily="34" charset="0"/>
              <a:cs typeface="Calibri" panose="020F0502020204030204" pitchFamily="34" charset="0"/>
            </a:endParaRPr>
          </a:p>
        </p:txBody>
      </p:sp>
      <p:sp>
        <p:nvSpPr>
          <p:cNvPr id="16" name="Rectangle 2">
            <a:extLst>
              <a:ext uri="{FF2B5EF4-FFF2-40B4-BE49-F238E27FC236}">
                <a16:creationId xmlns:a16="http://schemas.microsoft.com/office/drawing/2014/main" id="{A32CCF19-B263-045E-926A-7EA440426475}"/>
              </a:ext>
            </a:extLst>
          </p:cNvPr>
          <p:cNvSpPr>
            <a:spLocks noChangeArrowheads="1"/>
          </p:cNvSpPr>
          <p:nvPr/>
        </p:nvSpPr>
        <p:spPr bwMode="auto">
          <a:xfrm>
            <a:off x="274320" y="1336215"/>
            <a:ext cx="84822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Tính</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toán</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đo</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kiể</a:t>
            </a:r>
            <a:r>
              <a:rPr lang="en-US" altLang="en-US" sz="2400" b="1" dirty="0" err="1">
                <a:solidFill>
                  <a:schemeClr val="tx1"/>
                </a:solidFill>
                <a:latin typeface="Calibri" panose="020F0502020204030204" pitchFamily="34" charset="0"/>
                <a:cs typeface="Calibri" panose="020F0502020204030204" pitchFamily="34" charset="0"/>
              </a:rPr>
              <a:t>m</a:t>
            </a:r>
            <a:r>
              <a:rPr lang="en-US" altLang="en-US" sz="2400" b="1" dirty="0">
                <a:solidFill>
                  <a:schemeClr val="tx1"/>
                </a:solidFill>
                <a:latin typeface="Calibri" panose="020F0502020204030204" pitchFamily="34" charset="0"/>
                <a:cs typeface="Calibri" panose="020F0502020204030204" pitchFamily="34" charset="0"/>
              </a:rPr>
              <a:t> </a:t>
            </a:r>
            <a:r>
              <a:rPr lang="en-US" altLang="en-US" sz="2400" b="1" dirty="0" err="1">
                <a:solidFill>
                  <a:schemeClr val="tx1"/>
                </a:solidFill>
                <a:latin typeface="Calibri" panose="020F0502020204030204" pitchFamily="34" charset="0"/>
                <a:cs typeface="Calibri" panose="020F0502020204030204" pitchFamily="34" charset="0"/>
              </a:rPr>
              <a:t>thực</a:t>
            </a:r>
            <a:r>
              <a:rPr lang="en-US" altLang="en-US" sz="2400" b="1" dirty="0">
                <a:solidFill>
                  <a:schemeClr val="tx1"/>
                </a:solidFill>
                <a:latin typeface="Calibri" panose="020F0502020204030204" pitchFamily="34" charset="0"/>
                <a:cs typeface="Calibri" panose="020F0502020204030204" pitchFamily="34" charset="0"/>
              </a:rPr>
              <a:t> </a:t>
            </a:r>
            <a:r>
              <a:rPr lang="en-US" altLang="en-US" sz="2400" b="1" dirty="0" err="1">
                <a:solidFill>
                  <a:schemeClr val="tx1"/>
                </a:solidFill>
                <a:latin typeface="Calibri" panose="020F0502020204030204" pitchFamily="34" charset="0"/>
                <a:cs typeface="Calibri" panose="020F0502020204030204" pitchFamily="34" charset="0"/>
              </a:rPr>
              <a:t>tế</a:t>
            </a:r>
            <a:r>
              <a:rPr lang="en-US" altLang="en-US" sz="2400" b="1" dirty="0">
                <a:solidFill>
                  <a:schemeClr val="tx1"/>
                </a:solidFill>
                <a:latin typeface="Calibri" panose="020F0502020204030204" pitchFamily="34" charset="0"/>
                <a:cs typeface="Calibri" panose="020F0502020204030204" pitchFamily="34" charset="0"/>
              </a:rPr>
              <a:t>:</a:t>
            </a:r>
            <a:endPar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endParaRPr lang="en-US" altLang="en-US" sz="2400" b="1" dirty="0">
              <a:solidFill>
                <a:schemeClr val="tx1"/>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0C8A876B-763C-EC86-1171-A9AD05510D93}"/>
              </a:ext>
            </a:extLst>
          </p:cNvPr>
          <p:cNvSpPr txBox="1"/>
          <p:nvPr/>
        </p:nvSpPr>
        <p:spPr>
          <a:xfrm>
            <a:off x="274319" y="6053610"/>
            <a:ext cx="6103332" cy="461665"/>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=&gt; </a:t>
            </a:r>
            <a:r>
              <a:rPr lang="en-US" sz="2400" b="1" dirty="0" err="1">
                <a:latin typeface="Calibri" panose="020F0502020204030204" pitchFamily="34" charset="0"/>
                <a:cs typeface="Calibri" panose="020F0502020204030204" pitchFamily="34" charset="0"/>
              </a:rPr>
              <a:t>Đáp</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ứng</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với</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yêu</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cầu</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đo</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thực</a:t>
            </a:r>
            <a:r>
              <a:rPr lang="en-US" sz="2400" b="1" dirty="0">
                <a:latin typeface="Calibri" panose="020F0502020204030204" pitchFamily="34" charset="0"/>
                <a:cs typeface="Calibri" panose="020F0502020204030204" pitchFamily="34" charset="0"/>
              </a:rPr>
              <a:t> </a:t>
            </a:r>
            <a:r>
              <a:rPr lang="en-US" sz="2400" b="1" dirty="0" err="1">
                <a:latin typeface="Calibri" panose="020F0502020204030204" pitchFamily="34" charset="0"/>
                <a:cs typeface="Calibri" panose="020F0502020204030204" pitchFamily="34" charset="0"/>
              </a:rPr>
              <a:t>tế</a:t>
            </a:r>
            <a:endParaRPr lang="en-US" sz="24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3538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732195"/>
          </a:xfrm>
          <a:prstGeom prst="rect">
            <a:avLst/>
          </a:prstGeom>
        </p:spPr>
      </p:pic>
      <p:sp>
        <p:nvSpPr>
          <p:cNvPr id="5" name="TextBox 4"/>
          <p:cNvSpPr txBox="1"/>
          <p:nvPr/>
        </p:nvSpPr>
        <p:spPr>
          <a:xfrm>
            <a:off x="914400" y="2057400"/>
            <a:ext cx="7239000" cy="923330"/>
          </a:xfrm>
          <a:prstGeom prst="rect">
            <a:avLst/>
          </a:prstGeom>
          <a:noFill/>
        </p:spPr>
        <p:txBody>
          <a:bodyPr wrap="square" rtlCol="0">
            <a:spAutoFit/>
          </a:bodyPr>
          <a:lstStyle/>
          <a:p>
            <a:r>
              <a:rPr lang="en-US" sz="5400" b="1" dirty="0">
                <a:solidFill>
                  <a:schemeClr val="bg2"/>
                </a:solidFill>
              </a:rPr>
              <a:t>Xin</a:t>
            </a:r>
            <a:r>
              <a:rPr lang="en-US" sz="4800" b="1" dirty="0">
                <a:solidFill>
                  <a:schemeClr val="bg2"/>
                </a:solidFill>
              </a:rPr>
              <a:t> </a:t>
            </a:r>
            <a:r>
              <a:rPr lang="vi-VN" sz="4800" b="1" dirty="0">
                <a:solidFill>
                  <a:schemeClr val="bg2"/>
                </a:solidFill>
              </a:rPr>
              <a:t>chân thành cảm ơn</a:t>
            </a:r>
            <a:endParaRPr lang="en-US" sz="4800" b="1" dirty="0">
              <a:solidFill>
                <a:schemeClr val="bg2"/>
              </a:solidFill>
            </a:endParaRPr>
          </a:p>
        </p:txBody>
      </p:sp>
    </p:spTree>
    <p:extLst>
      <p:ext uri="{BB962C8B-B14F-4D97-AF65-F5344CB8AC3E}">
        <p14:creationId xmlns:p14="http://schemas.microsoft.com/office/powerpoint/2010/main" val="396313223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3169</TotalTime>
  <Words>2720</Words>
  <Application>Microsoft Office PowerPoint</Application>
  <PresentationFormat>Trình chiếu Trên màn hình (4:3)</PresentationFormat>
  <Paragraphs>308</Paragraphs>
  <Slides>18</Slides>
  <Notes>15</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18</vt:i4>
      </vt:variant>
    </vt:vector>
  </HeadingPairs>
  <TitlesOfParts>
    <vt:vector size="24" baseType="lpstr">
      <vt:lpstr>Arial</vt:lpstr>
      <vt:lpstr>Calibri</vt:lpstr>
      <vt:lpstr>Cambria Math</vt:lpstr>
      <vt:lpstr>Noto Sans Symbols</vt:lpstr>
      <vt:lpstr>Times New Roman</vt:lpstr>
      <vt:lpstr>Office Theme</vt:lpstr>
      <vt:lpstr>Bản trình bày PowerPoint</vt:lpstr>
      <vt:lpstr>Bản trình bày PowerPoint</vt:lpstr>
      <vt:lpstr>1. Tổng quan</vt:lpstr>
      <vt:lpstr>1. Tổng quan</vt:lpstr>
      <vt:lpstr>1. Tổng quan</vt:lpstr>
      <vt:lpstr>1. Tổng quan</vt:lpstr>
      <vt:lpstr>Bản trình bày PowerPoint</vt:lpstr>
      <vt:lpstr>1. Tổng quan</vt:lpstr>
      <vt:lpstr>1. Tổng quan</vt:lpstr>
      <vt:lpstr>1. Tổng quan</vt:lpstr>
      <vt:lpstr>2. Tính toán và thiết kế</vt:lpstr>
      <vt:lpstr>2. Tính toán và thiết kế</vt:lpstr>
      <vt:lpstr>2. Tính toán và thiết kế</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Datdatnguyen</dc:creator>
  <cp:lastModifiedBy>Đô Nguyễn</cp:lastModifiedBy>
  <cp:revision>135</cp:revision>
  <dcterms:created xsi:type="dcterms:W3CDTF">2017-10-17T01:43:35Z</dcterms:created>
  <dcterms:modified xsi:type="dcterms:W3CDTF">2026-06-25T08:50:12Z</dcterms:modified>
</cp:coreProperties>
</file>